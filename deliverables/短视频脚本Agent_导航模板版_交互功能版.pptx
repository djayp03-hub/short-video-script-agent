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53c8417b7748b4" /><Relationship Type="http://schemas.openxmlformats.org/officeDocument/2006/relationships/extended-properties" Target="/docProps/app.xml" Id="R6acd84ba0ac64282" /><Relationship Type="http://schemas.openxmlformats.org/officeDocument/2006/relationships/officeDocument" Target="/ppt/presentation.xml" Id="R95a9991423cc40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13b931b6994152"/>
  </p:sldMasterIdLst>
  <p:notesMasterIdLst>
    <p:notesMasterId xmlns:r="http://schemas.openxmlformats.org/officeDocument/2006/relationships" r:id="R184a51cd6f0942f5"/>
  </p:notesMasterIdLst>
  <p:sldIdLst>
    <p:sldId xmlns:r="http://schemas.openxmlformats.org/officeDocument/2006/relationships" id="256" r:id="R1e7ed73354cd4a25"/>
    <p:sldId xmlns:r="http://schemas.openxmlformats.org/officeDocument/2006/relationships" id="257" r:id="R74e5428923634247"/>
    <p:sldId xmlns:r="http://schemas.openxmlformats.org/officeDocument/2006/relationships" id="258" r:id="Rae11868f64a64095"/>
    <p:sldId xmlns:r="http://schemas.openxmlformats.org/officeDocument/2006/relationships" id="259" r:id="R742d4c9df1204327"/>
    <p:sldId xmlns:r="http://schemas.openxmlformats.org/officeDocument/2006/relationships" id="260" r:id="R5a50614de1c2406c"/>
    <p:sldId xmlns:r="http://schemas.openxmlformats.org/officeDocument/2006/relationships" id="261" r:id="R010cb6f9986a4403"/>
    <p:sldId xmlns:r="http://schemas.openxmlformats.org/officeDocument/2006/relationships" id="262" r:id="Rff87ba4c2ada4893"/>
    <p:sldId xmlns:r="http://schemas.openxmlformats.org/officeDocument/2006/relationships" id="263" r:id="R900b7cd022b040f9"/>
    <p:sldId xmlns:r="http://schemas.openxmlformats.org/officeDocument/2006/relationships" id="264" r:id="Rd560134e759a4186"/>
    <p:sldId xmlns:r="http://schemas.openxmlformats.org/officeDocument/2006/relationships" id="265" r:id="R0bdffe52d9214975"/>
    <p:sldId xmlns:r="http://schemas.openxmlformats.org/officeDocument/2006/relationships" id="266" r:id="R95978b3cb860496a"/>
    <p:sldId xmlns:r="http://schemas.openxmlformats.org/officeDocument/2006/relationships" id="267" r:id="R19ac591737ca43df"/>
    <p:sldId xmlns:r="http://schemas.openxmlformats.org/officeDocument/2006/relationships" id="268" r:id="Rc81125d956ec430f"/>
    <p:sldId xmlns:r="http://schemas.openxmlformats.org/officeDocument/2006/relationships" id="269" r:id="Rc0f7aeea14a3473e"/>
    <p:sldId xmlns:r="http://schemas.openxmlformats.org/officeDocument/2006/relationships" id="270" r:id="R2d13bb2f5ec74385"/>
    <p:sldId xmlns:r="http://schemas.openxmlformats.org/officeDocument/2006/relationships" id="271" r:id="Rfe37ad1169a94f3a"/>
    <p:sldId xmlns:r="http://schemas.openxmlformats.org/officeDocument/2006/relationships" id="272" r:id="Rb49ea613666f4568"/>
    <p:sldId xmlns:r="http://schemas.openxmlformats.org/officeDocument/2006/relationships" id="273" r:id="Rd1a984a8810b4f3c"/>
    <p:sldId xmlns:r="http://schemas.openxmlformats.org/officeDocument/2006/relationships" id="274" r:id="Rb508e8fa4792423b"/>
    <p:sldId xmlns:r="http://schemas.openxmlformats.org/officeDocument/2006/relationships" id="275" r:id="R679e9f31161b478b"/>
    <p:sldId xmlns:r="http://schemas.openxmlformats.org/officeDocument/2006/relationships" id="276" r:id="Rfef41e10a298472d"/>
    <p:sldId xmlns:r="http://schemas.openxmlformats.org/officeDocument/2006/relationships" id="277" r:id="Rdf8433996c1c4f99"/>
    <p:sldId xmlns:r="http://schemas.openxmlformats.org/officeDocument/2006/relationships" id="278" r:id="R40407a1bdc704d3c"/>
    <p:sldId xmlns:r="http://schemas.openxmlformats.org/officeDocument/2006/relationships" id="279" r:id="Rd8c5575e5dd94958"/>
    <p:sldId xmlns:r="http://schemas.openxmlformats.org/officeDocument/2006/relationships" id="280" r:id="R4b273e935de3413b"/>
    <p:sldId xmlns:r="http://schemas.openxmlformats.org/officeDocument/2006/relationships" id="281" r:id="Rf3069f92ae084c36"/>
    <p:sldId xmlns:r="http://schemas.openxmlformats.org/officeDocument/2006/relationships" id="282" r:id="R810d51844b994ed0"/>
    <p:sldId xmlns:r="http://schemas.openxmlformats.org/officeDocument/2006/relationships" id="283" r:id="R0de35eb12fbb4ec9"/>
    <p:sldId xmlns:r="http://schemas.openxmlformats.org/officeDocument/2006/relationships" id="284" r:id="Rb0011c2cd40545e2"/>
    <p:sldId xmlns:r="http://schemas.openxmlformats.org/officeDocument/2006/relationships" id="285" r:id="R6762157b4d6b49e0"/>
    <p:sldId xmlns:r="http://schemas.openxmlformats.org/officeDocument/2006/relationships" id="286" r:id="R594281ba588c41be"/>
    <p:sldId xmlns:r="http://schemas.openxmlformats.org/officeDocument/2006/relationships" id="287" r:id="Rcb9f3d1033e34bcf"/>
    <p:sldId xmlns:r="http://schemas.openxmlformats.org/officeDocument/2006/relationships" id="288" r:id="R10d3a67ba6674aa1"/>
    <p:sldId xmlns:r="http://schemas.openxmlformats.org/officeDocument/2006/relationships" id="289" r:id="R688243a3aaaf4aef"/>
    <p:sldId xmlns:r="http://schemas.openxmlformats.org/officeDocument/2006/relationships" id="290" r:id="R465079b9a0564ee4"/>
    <p:sldId xmlns:r="http://schemas.openxmlformats.org/officeDocument/2006/relationships" id="291" r:id="R563a114c84ca46c6"/>
    <p:sldId xmlns:r="http://schemas.openxmlformats.org/officeDocument/2006/relationships" id="292" r:id="Rf74c22ce32b6459b"/>
    <p:sldId xmlns:r="http://schemas.openxmlformats.org/officeDocument/2006/relationships" id="293" r:id="R5af3f11698604407"/>
    <p:sldId xmlns:r="http://schemas.openxmlformats.org/officeDocument/2006/relationships" id="294" r:id="R6b20ebc8105b419d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bf5ba6bdc54067" /><Relationship Type="http://schemas.openxmlformats.org/officeDocument/2006/relationships/slideMaster" Target="/ppt/slideMasters/slideMaster1.xml" Id="Rb713b931b6994152" /><Relationship Type="http://schemas.openxmlformats.org/officeDocument/2006/relationships/notesMaster" Target="/ppt/notesMasters/notesMaster1.xml" Id="R184a51cd6f0942f5" /><Relationship Type="http://schemas.openxmlformats.org/officeDocument/2006/relationships/presProps" Target="/ppt/presProps.xml" Id="R12747a015375430b" /><Relationship Type="http://schemas.openxmlformats.org/officeDocument/2006/relationships/viewProps" Target="/ppt/viewProps.xml" Id="Rdce33c11b53b4692" /><Relationship Type="http://schemas.openxmlformats.org/officeDocument/2006/relationships/tableStyles" Target="/ppt/tableStyles.xml" Id="R8543df25b2de4f92" /><Relationship Type="http://schemas.openxmlformats.org/officeDocument/2006/relationships/slide" Target="/ppt/slides/slide1.xml" Id="R1e7ed73354cd4a25" /><Relationship Type="http://schemas.openxmlformats.org/officeDocument/2006/relationships/slide" Target="/ppt/slides/slide2.xml" Id="R74e5428923634247" /><Relationship Type="http://schemas.openxmlformats.org/officeDocument/2006/relationships/slide" Target="/ppt/slides/slide3.xml" Id="Rae11868f64a64095" /><Relationship Type="http://schemas.openxmlformats.org/officeDocument/2006/relationships/slide" Target="/ppt/slides/slide4.xml" Id="R742d4c9df1204327" /><Relationship Type="http://schemas.openxmlformats.org/officeDocument/2006/relationships/slide" Target="/ppt/slides/slide5.xml" Id="R5a50614de1c2406c" /><Relationship Type="http://schemas.openxmlformats.org/officeDocument/2006/relationships/slide" Target="/ppt/slides/slide6.xml" Id="R010cb6f9986a4403" /><Relationship Type="http://schemas.openxmlformats.org/officeDocument/2006/relationships/slide" Target="/ppt/slides/slide7.xml" Id="Rff87ba4c2ada4893" /><Relationship Type="http://schemas.openxmlformats.org/officeDocument/2006/relationships/slide" Target="/ppt/slides/slide8.xml" Id="R900b7cd022b040f9" /><Relationship Type="http://schemas.openxmlformats.org/officeDocument/2006/relationships/slide" Target="/ppt/slides/slide9.xml" Id="Rd560134e759a4186" /><Relationship Type="http://schemas.openxmlformats.org/officeDocument/2006/relationships/slide" Target="/ppt/slides/slide10.xml" Id="R0bdffe52d9214975" /><Relationship Type="http://schemas.openxmlformats.org/officeDocument/2006/relationships/slide" Target="/ppt/slides/slide11.xml" Id="R95978b3cb860496a" /><Relationship Type="http://schemas.openxmlformats.org/officeDocument/2006/relationships/slide" Target="/ppt/slides/slide12.xml" Id="R19ac591737ca43df" /><Relationship Type="http://schemas.openxmlformats.org/officeDocument/2006/relationships/slide" Target="/ppt/slides/slide13.xml" Id="Rc81125d956ec430f" /><Relationship Type="http://schemas.openxmlformats.org/officeDocument/2006/relationships/slide" Target="/ppt/slides/slide14.xml" Id="Rc0f7aeea14a3473e" /><Relationship Type="http://schemas.openxmlformats.org/officeDocument/2006/relationships/slide" Target="/ppt/slides/slide15.xml" Id="R2d13bb2f5ec74385" /><Relationship Type="http://schemas.openxmlformats.org/officeDocument/2006/relationships/slide" Target="/ppt/slides/slide16.xml" Id="Rfe37ad1169a94f3a" /><Relationship Type="http://schemas.openxmlformats.org/officeDocument/2006/relationships/slide" Target="/ppt/slides/slide17.xml" Id="Rb49ea613666f4568" /><Relationship Type="http://schemas.openxmlformats.org/officeDocument/2006/relationships/slide" Target="/ppt/slides/slide18.xml" Id="Rd1a984a8810b4f3c" /><Relationship Type="http://schemas.openxmlformats.org/officeDocument/2006/relationships/slide" Target="/ppt/slides/slide19.xml" Id="Rb508e8fa4792423b" /><Relationship Type="http://schemas.openxmlformats.org/officeDocument/2006/relationships/slide" Target="/ppt/slides/slide20.xml" Id="R679e9f31161b478b" /><Relationship Type="http://schemas.openxmlformats.org/officeDocument/2006/relationships/slide" Target="/ppt/slides/slide21.xml" Id="Rfef41e10a298472d" /><Relationship Type="http://schemas.openxmlformats.org/officeDocument/2006/relationships/slide" Target="/ppt/slides/slide22.xml" Id="Rdf8433996c1c4f99" /><Relationship Type="http://schemas.openxmlformats.org/officeDocument/2006/relationships/slide" Target="/ppt/slides/slide23.xml" Id="R40407a1bdc704d3c" /><Relationship Type="http://schemas.openxmlformats.org/officeDocument/2006/relationships/slide" Target="/ppt/slides/slide24.xml" Id="Rd8c5575e5dd94958" /><Relationship Type="http://schemas.openxmlformats.org/officeDocument/2006/relationships/slide" Target="/ppt/slides/slide25.xml" Id="R4b273e935de3413b" /><Relationship Type="http://schemas.openxmlformats.org/officeDocument/2006/relationships/slide" Target="/ppt/slides/slide26.xml" Id="Rf3069f92ae084c36" /><Relationship Type="http://schemas.openxmlformats.org/officeDocument/2006/relationships/slide" Target="/ppt/slides/slide27.xml" Id="R810d51844b994ed0" /><Relationship Type="http://schemas.openxmlformats.org/officeDocument/2006/relationships/slide" Target="/ppt/slides/slide28.xml" Id="R0de35eb12fbb4ec9" /><Relationship Type="http://schemas.openxmlformats.org/officeDocument/2006/relationships/slide" Target="/ppt/slides/slide29.xml" Id="Rb0011c2cd40545e2" /><Relationship Type="http://schemas.openxmlformats.org/officeDocument/2006/relationships/slide" Target="/ppt/slides/slide30.xml" Id="R6762157b4d6b49e0" /><Relationship Type="http://schemas.openxmlformats.org/officeDocument/2006/relationships/slide" Target="/ppt/slides/slide31.xml" Id="R594281ba588c41be" /><Relationship Type="http://schemas.openxmlformats.org/officeDocument/2006/relationships/slide" Target="/ppt/slides/slide32.xml" Id="Rcb9f3d1033e34bcf" /><Relationship Type="http://schemas.openxmlformats.org/officeDocument/2006/relationships/slide" Target="/ppt/slides/slide33.xml" Id="R10d3a67ba6674aa1" /><Relationship Type="http://schemas.openxmlformats.org/officeDocument/2006/relationships/slide" Target="/ppt/slides/slide34.xml" Id="R688243a3aaaf4aef" /><Relationship Type="http://schemas.openxmlformats.org/officeDocument/2006/relationships/slide" Target="/ppt/slides/slide35.xml" Id="R465079b9a0564ee4" /><Relationship Type="http://schemas.openxmlformats.org/officeDocument/2006/relationships/slide" Target="/ppt/slides/slide36.xml" Id="R563a114c84ca46c6" /><Relationship Type="http://schemas.openxmlformats.org/officeDocument/2006/relationships/slide" Target="/ppt/slides/slide37.xml" Id="Rf74c22ce32b6459b" /><Relationship Type="http://schemas.openxmlformats.org/officeDocument/2006/relationships/slide" Target="/ppt/slides/slide38.xml" Id="R5af3f11698604407" /><Relationship Type="http://schemas.openxmlformats.org/officeDocument/2006/relationships/slide" Target="/ppt/slides/slide39.xml" Id="R6b20ebc8105b41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2ed1e458a443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自定义 514">
      <a:dk1>
        <a:srgbClr val="000000"/>
      </a:dk1>
      <a:lt1>
        <a:srgbClr val="FFFFFF"/>
      </a:lt1>
      <a:dk2>
        <a:srgbClr val="0079C3"/>
      </a:dk2>
      <a:lt2>
        <a:srgbClr val="E7E6E6"/>
      </a:lt2>
      <a:accent1>
        <a:srgbClr val="203898"/>
      </a:accent1>
      <a:accent2>
        <a:srgbClr val="92D050"/>
      </a:accent2>
      <a:accent3>
        <a:srgbClr val="7030A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自定义 51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32b9ab54344119" /><Relationship Type="http://schemas.openxmlformats.org/officeDocument/2006/relationships/notesMaster" Target="/ppt/notesMasters/notesMaster1.xml" Id="R79d1e7339da047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4f044be20f4d11" /><Relationship Type="http://schemas.openxmlformats.org/officeDocument/2006/relationships/notesMaster" Target="/ppt/notesMasters/notesMaster1.xml" Id="Rb3525b513b524a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e1ff1773ad4a7f" /><Relationship Type="http://schemas.openxmlformats.org/officeDocument/2006/relationships/notesMaster" Target="/ppt/notesMasters/notesMaster1.xml" Id="R033d26c2655745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5cb4c1e22844a7" /><Relationship Type="http://schemas.openxmlformats.org/officeDocument/2006/relationships/notesMaster" Target="/ppt/notesMasters/notesMaster1.xml" Id="Rce6cf4ff494047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a5548e45064af0" /><Relationship Type="http://schemas.openxmlformats.org/officeDocument/2006/relationships/notesMaster" Target="/ppt/notesMasters/notesMaster1.xml" Id="Rd72dda3b8b3f41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0d96b201064e4b" /><Relationship Type="http://schemas.openxmlformats.org/officeDocument/2006/relationships/notesMaster" Target="/ppt/notesMasters/notesMaster1.xml" Id="R7d650c54776d48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da3a2f46a14465" /><Relationship Type="http://schemas.openxmlformats.org/officeDocument/2006/relationships/notesMaster" Target="/ppt/notesMasters/notesMaster1.xml" Id="R803e7cbad6c045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caeb6dd8404f20" /><Relationship Type="http://schemas.openxmlformats.org/officeDocument/2006/relationships/notesMaster" Target="/ppt/notesMasters/notesMaster1.xml" Id="R1a3e1948ae9f44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075498f90a4fea" /><Relationship Type="http://schemas.openxmlformats.org/officeDocument/2006/relationships/notesMaster" Target="/ppt/notesMasters/notesMaster1.xml" Id="R8ff0aee0c0d340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b0844bc84149f9" /><Relationship Type="http://schemas.openxmlformats.org/officeDocument/2006/relationships/notesMaster" Target="/ppt/notesMasters/notesMaster1.xml" Id="R8e59becb993748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ccdfbf91224f2e" /><Relationship Type="http://schemas.openxmlformats.org/officeDocument/2006/relationships/notesMaster" Target="/ppt/notesMasters/notesMaster1.xml" Id="R833265c3030e48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885d43174644ef" /><Relationship Type="http://schemas.openxmlformats.org/officeDocument/2006/relationships/notesMaster" Target="/ppt/notesMasters/notesMaster1.xml" Id="R528e07385f0f4a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fb022b0cf54af2" /><Relationship Type="http://schemas.openxmlformats.org/officeDocument/2006/relationships/notesMaster" Target="/ppt/notesMasters/notesMaster1.xml" Id="R164ff11123ee4f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ca6ab785c244989" /><Relationship Type="http://schemas.openxmlformats.org/officeDocument/2006/relationships/notesMaster" Target="/ppt/notesMasters/notesMaster1.xml" Id="Rf254c7e86ce74fb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be7bc9d4b174abb" /><Relationship Type="http://schemas.openxmlformats.org/officeDocument/2006/relationships/notesMaster" Target="/ppt/notesMasters/notesMaster1.xml" Id="R7db7a78c67c2413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1abc2b206d74838" /><Relationship Type="http://schemas.openxmlformats.org/officeDocument/2006/relationships/notesMaster" Target="/ppt/notesMasters/notesMaster1.xml" Id="Rf380dbc53c21487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4f0cc70109745aa" /><Relationship Type="http://schemas.openxmlformats.org/officeDocument/2006/relationships/notesMaster" Target="/ppt/notesMasters/notesMaster1.xml" Id="R0a6bbcb56e2e45a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5c347a5a4ec4eaf" /><Relationship Type="http://schemas.openxmlformats.org/officeDocument/2006/relationships/notesMaster" Target="/ppt/notesMasters/notesMaster1.xml" Id="Rac84e996e7294f5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8554450a034443a" /><Relationship Type="http://schemas.openxmlformats.org/officeDocument/2006/relationships/notesMaster" Target="/ppt/notesMasters/notesMaster1.xml" Id="R8a5dd9ce1da04eb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58e3d7ef9834595" /><Relationship Type="http://schemas.openxmlformats.org/officeDocument/2006/relationships/notesMaster" Target="/ppt/notesMasters/notesMaster1.xml" Id="Rfbbec6b766124a0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f1ae34fbd284dce" /><Relationship Type="http://schemas.openxmlformats.org/officeDocument/2006/relationships/notesMaster" Target="/ppt/notesMasters/notesMaster1.xml" Id="R49bd23d9e1db4d6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82222d91e0e4241" /><Relationship Type="http://schemas.openxmlformats.org/officeDocument/2006/relationships/notesMaster" Target="/ppt/notesMasters/notesMaster1.xml" Id="Ra73efdac45dd4df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483f941b1d24d79" /><Relationship Type="http://schemas.openxmlformats.org/officeDocument/2006/relationships/notesMaster" Target="/ppt/notesMasters/notesMaster1.xml" Id="R4696e038d242414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25d98aa08d7489e" /><Relationship Type="http://schemas.openxmlformats.org/officeDocument/2006/relationships/notesMaster" Target="/ppt/notesMasters/notesMaster1.xml" Id="R19b43ae96468432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e4539a741ff4b20" /><Relationship Type="http://schemas.openxmlformats.org/officeDocument/2006/relationships/notesMaster" Target="/ppt/notesMasters/notesMaster1.xml" Id="R55d1c491ecb3487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88bbb3e96cb46bc" /><Relationship Type="http://schemas.openxmlformats.org/officeDocument/2006/relationships/notesMaster" Target="/ppt/notesMasters/notesMaster1.xml" Id="Rfe5a22f5f5024eb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95044b6cc714b33" /><Relationship Type="http://schemas.openxmlformats.org/officeDocument/2006/relationships/notesMaster" Target="/ppt/notesMasters/notesMaster1.xml" Id="R1d5ef05ee0cc472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8768433d13c47f7" /><Relationship Type="http://schemas.openxmlformats.org/officeDocument/2006/relationships/notesMaster" Target="/ppt/notesMasters/notesMaster1.xml" Id="R71a34b957e2240f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159bce963354865" /><Relationship Type="http://schemas.openxmlformats.org/officeDocument/2006/relationships/notesMaster" Target="/ppt/notesMasters/notesMaster1.xml" Id="R990b7c66248f4a7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5c0922bba9746bb" /><Relationship Type="http://schemas.openxmlformats.org/officeDocument/2006/relationships/notesMaster" Target="/ppt/notesMasters/notesMaster1.xml" Id="Re978c7dfd007408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697d113de8d4cee" /><Relationship Type="http://schemas.openxmlformats.org/officeDocument/2006/relationships/notesMaster" Target="/ppt/notesMasters/notesMaster1.xml" Id="Rb30de0d2a4e549a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be81b54b8d84dfe" /><Relationship Type="http://schemas.openxmlformats.org/officeDocument/2006/relationships/notesMaster" Target="/ppt/notesMasters/notesMaster1.xml" Id="Rab03d884b1684fa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6996a1ae9ac4535" /><Relationship Type="http://schemas.openxmlformats.org/officeDocument/2006/relationships/notesMaster" Target="/ppt/notesMasters/notesMaster1.xml" Id="Rabbeea11343d491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d62144748bd4464" /><Relationship Type="http://schemas.openxmlformats.org/officeDocument/2006/relationships/notesMaster" Target="/ppt/notesMasters/notesMaster1.xml" Id="Rc9d6017c87f64e8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be92af636bd4c7e" /><Relationship Type="http://schemas.openxmlformats.org/officeDocument/2006/relationships/notesMaster" Target="/ppt/notesMasters/notesMaster1.xml" Id="Rb6680b229fcd430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9876d7dbf6e4ce5" /><Relationship Type="http://schemas.openxmlformats.org/officeDocument/2006/relationships/notesMaster" Target="/ppt/notesMasters/notesMaster1.xml" Id="R1026c3d0e7b34b3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2575b1f23164f18" /><Relationship Type="http://schemas.openxmlformats.org/officeDocument/2006/relationships/notesMaster" Target="/ppt/notesMasters/notesMaster1.xml" Id="Rbb623629345f497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c5cbf0ebf694263" /><Relationship Type="http://schemas.openxmlformats.org/officeDocument/2006/relationships/notesMaster" Target="/ppt/notesMasters/notesMaster1.xml" Id="R0f36cd8c5289438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cd8641fc0e342fc" /><Relationship Type="http://schemas.openxmlformats.org/officeDocument/2006/relationships/notesMaster" Target="/ppt/notesMasters/notesMaster1.xml" Id="R3f1c0bd0bbeb4a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项目服务于短视频创作者：输入选题和创作约束后，Agent检索产品资料、生成分镜，再通过时长和品牌规则工具验证。工具返回问题时，模型可以修改查询、改稿或者明确停止。接下来按项目背景、方案设计、执行过程、验证结果、复盘总结五个章节展开。内容包含交互功能更新与保存记录，历史真实CLI案例单独注明，不把自动检查等同于独立事实评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https://github.com/djayp03-hub/short-video-script-agent/blob/main/README.md</a:t>
            </a:r>
          </a:p>
          <a:p xmlns:a="http://schemas.openxmlformats.org/drawingml/2006/main">
            <a:r>
              <a:t>https://github.com/djayp03-hub/short-video-script-agent/blob/main/submission-info.json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本次汇报分五部分。先解释创作者的需求和交付物，再展开模型与工具的循环。通过真实运行展示修正行为，随后报告测试和版本边界，最后说明AI贡献、限制及复现方法。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介绍业务需求、输入输出和验收目标。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先用业务语言解释项目。它解决的交付物是脚本，不负责合成视频或发布。程序会保存结构化 JSON 和便于编辑的 Markdown。成功状态只说明当前脚本通过程序中的自动检查，人工仍需核对事实和创作质量。CLI便于评审复现；聊天页面支持逐轮补参、补素材和修改脚本。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https://github.com/djayp03-hub/short-video-script-agent/blob/main/docs/01-requirements.md</a:t>
            </a:r>
          </a:p>
          <a:p xmlns:a="http://schemas.openxmlformats.org/drawingml/2006/main">
            <a:r>
              <a:t>https://github.com/djayp03-hub/short-video-script-agent/blob/main/README.md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题目要求的核心不只是生成一段文字，还要求模型根据工具返回调整下一步。我们因此将脚本、状态和过程证据一起作为交付物。所有必须场景都对应保存的真实记录或工程验证，避免只展示一次顺利运行。资料和业务工具使用本地合成数据，符合考核允许的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https://github.com/djayp03-hub/short-video-script-agent/blob/main/docs/06-submission-checklist.md</a:t>
            </a:r>
          </a:p>
          <a:p xmlns:a="http://schemas.openxmlformats.org/drawingml/2006/main">
            <a:r>
              <a:t>https://github.com/djayp03-hub/short-video-script-agent/blob/main/docs/01-requirements.md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默认输入在 data/request.json，五个必填字段是 theme、audience、platform、target_seconds、style。product 可以精确限定版本，instructions 可补充必须出现的内容。这里的30秒按上限处理，不要求恰好30秒。输出既有可读脚本，也有 JSON、检查结果和过程文件，供继续编辑或核验。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https://github.com/djayp03-hub/short-video-script-agent/blob/main/data/request.json</a:t>
            </a:r>
          </a:p>
          <a:p xmlns:a="http://schemas.openxmlformats.org/drawingml/2006/main">
            <a:r>
              <a:t>https://github.com/djayp03-hub/short-video-script-agent/blob/main/src/video_agent/schemas.py</a:t>
            </a:r>
          </a:p>
          <a:p xmlns:a="http://schemas.openxmlformats.org/drawingml/2006/main">
            <a:r>
              <a:t>https://github.com/djayp03-hub/short-video-script-agent/blob/main/examples/user-real/output.json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本机浏览器实际页面，不是设计稿。第一轮只给产品和30秒，程序请求补充受众、平台和风格；第二轮补齐后得到24.4秒脚本。右侧展示P01、P02与自动检查，人工复核仍待完成。截图展示的是固定规则Mock，不能作为真实模型生成能力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https://github.com/djayp03-hub/short-video-script-agent/blob/main/examples/chat-ui.png</a:t>
            </a:r>
          </a:p>
          <a:p xmlns:a="http://schemas.openxmlformats.org/drawingml/2006/main">
            <a:r>
              <a:t>https://github.com/djayp03-hub/short-video-script-agent/blob/main/docs/07-chat-guide.md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说明Agent架构、动态决策、工具、版本门禁和技术取舍。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从根目录 run.py 开始看，会进入 cli.py，再组装模型、工具和 Agent。agent.py 不直接依赖案例编号，而是把当前状态交给模型。模型用统一 JSON 返回动作，运行时校验后调用工具。测试和评测脚本在执行逻辑之外，防止将预设正确答案写进真实业务决策。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https://github.com/djayp03-hub/short-video-script-agent/blob/main/src/video_agent/cli.py</a:t>
            </a:r>
          </a:p>
          <a:p xmlns:a="http://schemas.openxmlformats.org/drawingml/2006/main">
            <a:r>
              <a:t>https://github.com/djayp03-hub/short-video-script-agent/blob/main/src/video_agent/agent.py</a:t>
            </a:r>
          </a:p>
          <a:p xmlns:a="http://schemas.openxmlformats.org/drawingml/2006/main">
            <a:r>
              <a:t>https://github.com/djayp03-hub/short-video-script-agent/blob/main/src/video_agent/model_client.py</a:t>
            </a:r>
          </a:p>
          <a:p xmlns:a="http://schemas.openxmlformats.org/drawingml/2006/main">
            <a:r>
              <a:t>https://github.com/djayp03-hub/short-video-script-agent/blob/main/src/video_agent/tools.py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这就是项目中的 ReAct 决策循环。真实模式每轮都请求模型，模型依据观察选择下一步。程序通过 allowed_actions 限制不合法操作，例如同一版稿件已经估过时长，就不能不断重复估时。该限制不替模型决定如何删改内容。预算耗尽返回 incomplete；模型 API 失败也不会悄悄改成 Mock。Trace 只记录简要动作依据，不保存内部思维过程。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https://github.com/djayp03-hub/short-video-script-agent/blob/main/src/video_agent/agent.py</a:t>
            </a:r>
          </a:p>
          <a:p xmlns:a="http://schemas.openxmlformats.org/drawingml/2006/main">
            <a:r>
              <a:t>https://github.com/djayp03-hub/short-video-script-agent/blob/main/src/video_agent/model_client.py</a:t>
            </a:r>
          </a:p>
          <a:p xmlns:a="http://schemas.openxmlformats.org/drawingml/2006/main">
            <a:r>
              <a:t>https://github.com/djayp03-hub/short-video-script-agent/blob/main/docs/02-solution.md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素材检索采用小规模可复现的关键词与中文双字片段重叠，不是向量检索。时长工具使用确定性公式。规则工具先做引用和禁词检查，再通过同一模型的独立请求上下文进行语义审核。语义审核也是自动机制，有漏判风险。工具接口返回的空资料和失败是不同观察，模型不能把失败当成搜索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https://github.com/djayp03-hub/short-video-script-agent/blob/main/src/video_agent/tools.py</a:t>
            </a:r>
          </a:p>
          <a:p xmlns:a="http://schemas.openxmlformats.org/drawingml/2006/main">
            <a:r>
              <a:t>https://github.com/djayp03-hub/short-video-script-agent/blob/main/docs/02-solution.md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这个门禁是工程实现的关键。模型提出 finish 不意味着程序一定接受。程序要验证当前稿件的时长和规则检查都通过，并且检查绑定的内容哈希与当前状态一致。改稿会让旧检查失效。这些规则由工程测试验证，不能只依靠提示词要求模型记住。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https://github.com/djayp03-hub/short-video-script-agent/blob/main/src/video_agent/agent.py</a:t>
            </a:r>
          </a:p>
          <a:p xmlns:a="http://schemas.openxmlformats.org/drawingml/2006/main">
            <a:r>
              <a:t>https://github.com/djayp03-hub/short-video-script-agent/blob/main/tests/test_contracts.py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这里使用专业版素材作为干扰项，检查系统是否混用产品版本。检索可以按 product 精确过滤，脚本每个镜头都带 source_ids。存在某个来源 ID 还不够，引用的正文还必须支持对应断言。特别要保留否定信息，例如演示版不支持自动转字幕，不能为了创作效果改写成支持。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https://github.com/djayp03-hub/short-video-script-agent/blob/main/data/materials.json</a:t>
            </a:r>
          </a:p>
          <a:p xmlns:a="http://schemas.openxmlformats.org/drawingml/2006/main">
            <a:r>
              <a:t>https://github.com/djayp03-hub/short-video-script-agent/blob/main/data/brand_rules.json</a:t>
            </a:r>
          </a:p>
          <a:p xmlns:a="http://schemas.openxmlformats.org/drawingml/2006/main">
            <a:r>
              <a:t>https://github.com/djayp03-hub/short-video-script-agent/blob/main/tests/test_contracts.py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采用并行轨道取最大值，避免旁白和字幕同时出现却被重复相加。每个标点加入停顿，镜头之间加转场。所有参数都是演示假设，不能宣传为精确测量。程序独立计算秒数，模型在文案里写“28秒”无法绕过检查。后续应以真实配音校准，并研究更接近目标时长的下限或区间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https://github.com/djayp03-hub/short-video-script-agent/blob/main/src/video_agent/tools.py</a:t>
            </a:r>
          </a:p>
          <a:p xmlns:a="http://schemas.openxmlformats.org/drawingml/2006/main">
            <a:r>
              <a:t>https://github.com/djayp03-hub/short-video-script-agent/blob/main/tests/test_contracts.py</a:t>
            </a:r>
          </a:p>
          <a:p xmlns:a="http://schemas.openxmlformats.org/drawingml/2006/main">
            <a:r>
              <a:t>https://github.com/djayp03-hub/short-video-script-agent/blob/main/docs/02-solution.md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客服工程包含很多与本题无关的模块，直接迁移会增加数据库和接口兼容性工作。因此重新做小型独立CLI，仅借鉴动作接口、状态和上限保护的思想。没有使用框架不代表框架无价值，而是当前任务规模适合直接实现。模型接口采用标准库HTTP请求，零依赖指业务运行入口，不包括可选打包工具。历史11组真实场景累计87次API调用、运行耗时266.24秒。未核对账户计费规则，因此未给出货币成本；单次调用用量保存在model-calls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https://github.com/djayp03-hub/short-video-script-agent/blob/main/docs/02-solution.md</a:t>
            </a:r>
          </a:p>
          <a:p xmlns:a="http://schemas.openxmlformats.org/drawingml/2006/main">
            <a:r>
              <a:t>https://github.com/djayp03-hub/short-video-script-agent/blob/main/docs/03-evaluation.md</a:t>
            </a:r>
          </a:p>
          <a:p xmlns:a="http://schemas.openxmlformats.org/drawingml/2006/main">
            <a:r>
              <a:t>https://github.com/djayp03-hub/short-video-script-agent/blob/main/docs/05-retrospective.md</a:t>
            </a:r>
          </a:p>
          <a:p xmlns:a="http://schemas.openxmlformats.org/drawingml/2006/main">
            <a:r>
              <a:t>https://github.com/djayp03-hub/short-video-script-agent/blob/main/pyproject.toml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增页面没有再实现一套脚本生成器。chat.py先通过独立模型调用整理本轮需求，并决定是否运行；需要生成时复用原execute_run、Agent与ToolBox。普通交流不执行Agent，也不能冒称生成完成。需求整理记录与业务动作Trace分开，能核对每轮实际调用。默认每轮先整理一次需求，再进入有独立预算的Agent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https://github.com/djayp03-hub/short-video-script-agent/blob/main/src/video_agent/chat.py</a:t>
            </a:r>
          </a:p>
          <a:p xmlns:a="http://schemas.openxmlformats.org/drawingml/2006/main">
            <a:r>
              <a:t>https://github.com/djayp03-hub/short-video-script-agent/blob/main/src/video_agent/chat_server.py</a:t>
            </a:r>
          </a:p>
          <a:p xmlns:a="http://schemas.openxmlformats.org/drawingml/2006/main">
            <a:r>
              <a:t>https://github.com/djayp03-hub/short-video-script-agent/blob/main/docs/02-solution.md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轮交互最容易出错的是把旧稿或旧检查当成新任务的成功证据。这里要求同主题改稿先提交内容不同的新版本，再做检查。若只是提问，页面会标明上次结果，而不是生成一个新的完成状态。用户资料作为当前会话输入，并不代表已外部核实。测试还覆盖切换主题、中断恢复与并发请求拒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https://github.com/djayp03-hub/short-video-script-agent/blob/main/tests/test_chat.py</a:t>
            </a:r>
          </a:p>
          <a:p xmlns:a="http://schemas.openxmlformats.org/drawingml/2006/main">
            <a:r>
              <a:t>https://github.com/djayp03-hub/short-video-script-agent/blob/main/tests/test_contracts.py</a:t>
            </a:r>
          </a:p>
          <a:p xmlns:a="http://schemas.openxmlformats.org/drawingml/2006/main">
            <a:r>
              <a:t>https://github.com/djayp03-hub/short-video-script-agent/blob/main/src/video_agent/agent.py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结合用户真实运行及两条不同路径，解释模型怎样依据观察调整动作。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这是用户自己在 PyCharm 中运行后产生的实际产物，不是演示填充数据。总耗时47.109秒，其中模型等待47.093秒，API调用9次，脚本预计18.85秒。四个镜头时长相加18.10秒，再加3次0.25秒转场得到总数。该记录确实完成链路，但标题中的“学生也能上手”缺少资料支持且被自动审核漏过，需要在讲述时主动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https://github.com/djayp03-hub/short-video-script-agent/blob/main/examples/user-real/run.json</a:t>
            </a:r>
          </a:p>
          <a:p xmlns:a="http://schemas.openxmlformats.org/drawingml/2006/main">
            <a:r>
              <a:t>https://github.com/djayp03-hub/short-video-script-agent/blob/main/examples/user-real/output.json</a:t>
            </a:r>
          </a:p>
          <a:p xmlns:a="http://schemas.openxmlformats.org/drawingml/2006/main">
            <a:r>
              <a:t>https://github.com/djayp03-hub/short-video-script-agent/blob/main/examples/user-real/trace.jsonl</a:t>
            </a:r>
          </a:p>
          <a:p xmlns:a="http://schemas.openxmlformats.org/drawingml/2006/main">
            <a:r>
              <a:t>https://github.com/djayp03-hub/short-video-script-agent/blob/main/docs/03-evaluation.md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这条路径证明模型观察到超时长后改变了稿件，而不是程序自动删除固定句子。初稿21.15秒，目标15秒，模型修改后变成10.10秒。Trace 里第3步有一次重复估时，运行时拒绝并反馈给模型，不能为讲述流畅而隐藏。案例证明一次真实反馈修正，不能据此推断所有输入都能一次修好。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https://github.com/djayp03-hub/short-video-script-agent/blob/main/examples/final-real/C05-overlong/trace.jsonl</a:t>
            </a:r>
          </a:p>
          <a:p xmlns:a="http://schemas.openxmlformats.org/drawingml/2006/main">
            <a:r>
              <a:t>https://github.com/djayp03-hub/short-video-script-agent/blob/main/examples/final-real/C05-overlong/revisions.json</a:t>
            </a:r>
          </a:p>
          <a:p xmlns:a="http://schemas.openxmlformats.org/drawingml/2006/main">
            <a:r>
              <a:t>https://github.com/djayp03-hub/short-video-script-agent/blob/main/examples/final-real/C05-overlong/input.json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这里首次空结果不是检索效果自然下降，而是测试故障注入，用来观察模型下一步。模型把查询缩短并重新检索，随后成功生成脚本。这个 Trace 还显示模型在检查后又提交了一次相同稿件，因此重新检查了两次，说明仍有冗余调用。C07测试一次工具失败后恢复，C03和C04分别展示无资料和持续失败时的追问终止。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https://github.com/djayp03-hub/short-video-script-agent/blob/main/examples/final-real/C08-empty-rewrite/trace.jsonl</a:t>
            </a:r>
          </a:p>
          <a:p xmlns:a="http://schemas.openxmlformats.org/drawingml/2006/main">
            <a:r>
              <a:t>https://github.com/djayp03-hub/short-video-script-agent/blob/main/examples/final-real/C08-empty-rewrite/run.json</a:t>
            </a:r>
          </a:p>
          <a:p xmlns:a="http://schemas.openxmlformats.org/drawingml/2006/main">
            <a:r>
              <a:t>https://github.com/djayp03-hub/short-video-script-agent/blob/main/examples/final-real/C07-recover-failure/trace.jsonl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06先由测试夹具构造带效果数字和绝对承诺的初稿。工具实际拒绝后，模型重写，再查规则和时长。与此同时，最新用户运行仍存在“学生也能上手”的无据判断，H01还出现兼容性暗示。这些反例说明同模型语义审核可能与生成模型共同出错。因此不能把 completed 等同为每句话事实正确。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https://github.com/djayp03-hub/short-video-script-agent/blob/main/examples/final-real/C06-rule-risk/trace.jsonl</a:t>
            </a:r>
          </a:p>
          <a:p xmlns:a="http://schemas.openxmlformats.org/drawingml/2006/main">
            <a:r>
              <a:t>https://github.com/djayp03-hub/short-video-script-agent/blob/main/examples/user-real/script.md</a:t>
            </a:r>
          </a:p>
          <a:p xmlns:a="http://schemas.openxmlformats.org/drawingml/2006/main">
            <a:r>
              <a:t>https://github.com/djayp03-hub/short-video-script-agent/blob/main/examples/final-real/H01-new-product/script.md</a:t>
            </a:r>
          </a:p>
          <a:p xmlns:a="http://schemas.openxmlformats.org/drawingml/2006/main">
            <a:r>
              <a:t>https://github.com/djayp03-hub/short-video-script-agent/blob/main/docs/03-evaluation.md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建议先运行不需要网络的离线示例，确认解释器、默认路径和输出目录正常。再切换真实参数。开发时保存了缺密钥失败记录，之后已确认配置存在；真实聊天尚未系统评测。不要在共享屏幕中展示.env内容。若网络或模型服务不可用，使用已保存真实记录讲解，并明确它是历史记录。真实调用耗时约几十秒只是单次观测，不能当成服务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https://github.com/djayp03-hub/short-video-script-agent/blob/main/docs/运行说明书.md</a:t>
            </a:r>
          </a:p>
          <a:p xmlns:a="http://schemas.openxmlformats.org/drawingml/2006/main">
            <a:r>
              <a:t>https://github.com/djayp03-hub/short-video-script-agent/blob/main/README.md</a:t>
            </a:r>
          </a:p>
          <a:p xmlns:a="http://schemas.openxmlformats.org/drawingml/2006/main">
            <a:r>
              <a:t>https://github.com/djayp03-hub/short-video-script-agent/blob/main/examples/submission-real/output.json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例用同一会话展示补参、生成与缩短；另一会话展示无资料后补充恢复。离线风格修改明确未完成，避免未改稿却称已成功。压缩结果明显短于目标，说明当前判定只验证上限。要评估口语化、节奏和有效改写，需要真实模型、多轮记录与人工评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https://github.com/djayp03-hub/short-video-script-agent/blob/main/examples/chat-mock/summary.json</a:t>
            </a:r>
          </a:p>
          <a:p xmlns:a="http://schemas.openxmlformats.org/drawingml/2006/main">
            <a:r>
              <a:t>https://github.com/djayp03-hub/short-video-script-agent/blob/main/docs/03-evaluation.md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逐项说明场景覆盖、工程测试、产物证据和版本边界。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逐项对照题目时，要检查每个案例的预期，而不是要求所有案例都 completed。缺信息时追问、无资料时拒绝编造、预算用尽时明确未完成，都是符合预期的行为。11组回归中还包含规则风险、查询改写、新产品和相似问法。历史目录名里的 heldout 已参与调试，不能再称为独立留出评测。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资料来源（交互功能更新版，GitHub 分支 main）：</a:t>
            </a:r>
            <a:endParaRPr/>
          </a:p>
          <a:p xmlns:a="http://schemas.openxmlformats.org/drawingml/2006/main">
            <a:r>
              <a:t>https://github.com/djayp03-hub/short-video-script-agent/blob/main/examples/final-real/summary.json</a:t>
            </a:r>
            <a:endParaRPr/>
          </a:p>
          <a:p xmlns:a="http://schemas.openxmlformats.org/drawingml/2006/main">
            <a:r>
              <a:t>https://github.com/djayp03-hub/short-video-script-agent/blob/main/docs/03-evaluation.md</a:t>
            </a:r>
            <a:endParaRPr/>
          </a:p>
          <a:p xmlns:a="http://schemas.openxmlformats.org/drawingml/2006/main">
            <a:r>
              <a:t>https://github.com/djayp03-hub/short-video-script-agent/blob/main/docs/06-submission-checklist.md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防止夸大结论。67项是交互更新后重新执行的工程测试，11组真实场景属于较早源码哈希，用户最新实跑补充了启动修复后的证据。历史缺密钥失败记录予以保留；本次新增聊天层已完成离线和浏览器验证，但尚未完成真实多轮系统效果评测。Mock通过不证明模型效果，人工评分模板保留空值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资料来源（交互功能更新版，GitHub 分支 main）：</a:t>
            </a:r>
            <a:endParaRPr/>
          </a:p>
          <a:p xmlns:a="http://schemas.openxmlformats.org/drawingml/2006/main">
            <a:r>
              <a:t>https://github.com/djayp03-hub/short-video-script-agent/blob/main/examples/chat-test-results.txt</a:t>
            </a:r>
            <a:endParaRPr/>
          </a:p>
          <a:p xmlns:a="http://schemas.openxmlformats.org/drawingml/2006/main">
            <a:r>
              <a:t>https://github.com/djayp03-hub/short-video-script-agent/blob/main/examples/chat-mock/summary.json</a:t>
            </a:r>
            <a:endParaRPr/>
          </a:p>
          <a:p xmlns:a="http://schemas.openxmlformats.org/drawingml/2006/main">
            <a:r>
              <a:t>https://github.com/djayp03-hub/short-video-script-agent/blob/main/examples/final-real/summary.json</a:t>
            </a:r>
            <a:endParaRPr/>
          </a:p>
          <a:p xmlns:a="http://schemas.openxmlformats.org/drawingml/2006/main">
            <a:r>
              <a:t>https://github.com/djayp03-hub/short-video-script-agent/blob/main/examples/chat-browser-checks.json</a:t>
            </a:r>
            <a:endParaRPr/>
          </a:p>
          <a:p xmlns:a="http://schemas.openxmlformats.org/drawingml/2006/main">
            <a:r>
              <a:t>https://github.com/djayp03-hub/short-video-script-agent/blob/main/docs/03-evaluation.md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评审可以从 output.json 看到结果，再沿 Trace 找到实际检查，沿 revisions 找到对应稿件，最后核对模型返回。审计脚本会检测时长、来源或观察记录被修改造成的不一致。哈希和审计并不构成防篡改存证系统，也不能独立证明产品事实真实，事实核对仍依赖材料质量与外部评审。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https://github.com/djayp03-hub/short-video-script-agent/blob/main/scripts/verify_artifacts.py</a:t>
            </a:r>
          </a:p>
          <a:p xmlns:a="http://schemas.openxmlformats.org/drawingml/2006/main">
            <a:r>
              <a:t>https://github.com/djayp03-hub/short-video-script-agent/blob/main/examples/user-real/trace.jsonl</a:t>
            </a:r>
          </a:p>
          <a:p xmlns:a="http://schemas.openxmlformats.org/drawingml/2006/main">
            <a:r>
              <a:t>https://github.com/djayp03-hub/short-video-script-agent/blob/main/examples/user-real/model-calls.json</a:t>
            </a:r>
          </a:p>
          <a:p xmlns:a="http://schemas.openxmlformats.org/drawingml/2006/main">
            <a:r>
              <a:t>https://github.com/djayp03-hub/short-video-script-agent/blob/main/docs/03-evaluation.md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问题来自实际使用或审查，并非只列想象中的风险。IDE启动问题影响用户能否点击运行，reason层级错误影响模型交互，空响应与无效规则影响失败能否受控记录。适配器只移动已知的reason元数据，不修改动作、草稿或工具结果，避免把业务决策写死成自动纠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https://github.com/djayp03-hub/short-video-script-agent/blob/main/docs/code-review.md</a:t>
            </a:r>
          </a:p>
          <a:p xmlns:a="http://schemas.openxmlformats.org/drawingml/2006/main">
            <a:r>
              <a:t>https://github.com/djayp03-hub/short-video-script-agent/blob/main/tests/test_startup.py</a:t>
            </a:r>
          </a:p>
          <a:p xmlns:a="http://schemas.openxmlformats.org/drawingml/2006/main">
            <a:r>
              <a:t>https://github.com/djayp03-hub/short-video-script-agent/blob/main/tests/test_contracts.py</a:t>
            </a:r>
          </a:p>
          <a:p xmlns:a="http://schemas.openxmlformats.org/drawingml/2006/main">
            <a:r>
              <a:t>https://github.com/djayp03-hub/short-video-script-agent/blob/main/src/video_agent/model_client.py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67项工程测试在同步前重新执行并全部通过，6组聊天离线记录和浏览器检查保存于examples。用户已经开始真实试用并反馈追问偏多，但没有形成覆盖全部场景的系统记录，因此没有将真实聊天效果标记通过。历史真实CLI的两条动态决策仍是旧版本证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资料来源（交互功能更新版，GitHub 分支 main）：</a:t>
            </a:r>
            <a:endParaRPr/>
          </a:p>
          <a:p xmlns:a="http://schemas.openxmlformats.org/drawingml/2006/main">
            <a:r>
              <a:t>https://github.com/djayp03-hub/short-video-script-agent/blob/main/examples/chat-test-results.txt</a:t>
            </a:r>
            <a:endParaRPr/>
          </a:p>
          <a:p xmlns:a="http://schemas.openxmlformats.org/drawingml/2006/main">
            <a:r>
              <a:t>https://github.com/djayp03-hub/short-video-script-agent/blob/main/examples/chat-mock/summary.json</a:t>
            </a:r>
            <a:endParaRPr/>
          </a:p>
          <a:p xmlns:a="http://schemas.openxmlformats.org/drawingml/2006/main">
            <a:r>
              <a:t>https://github.com/djayp03-hub/short-video-script-agent/blob/main/examples/chat-browser-checks.json</a:t>
            </a:r>
            <a:endParaRPr/>
          </a:p>
          <a:p xmlns:a="http://schemas.openxmlformats.org/drawingml/2006/main">
            <a:r>
              <a:t>https://github.com/djayp03-hub/short-video-script-agent/blob/main/docs/03-evaluation.md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说明局限、个人贡献和下一步，并附复现与追问材料。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限制里最重要的是自动语义审核共同漏判、样本不独立，以及部分脚本明显短于目标时长、画面偏文字卡片。当前成功只说明上限与合同条件符合预期，不能证明创作表现优秀。下一步先补最终版本真实复验和人工评分，再做多次重复试验与配音校准。界面和部署应服务于业务需求，不优先于这些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https://github.com/djayp03-hub/short-video-script-agent/blob/main/docs/03-evaluation.md</a:t>
            </a:r>
          </a:p>
          <a:p xmlns:a="http://schemas.openxmlformats.org/drawingml/2006/main">
            <a:r>
              <a:t>https://github.com/djayp03-hub/short-video-script-agent/blob/main/docs/05-retrospective.md</a:t>
            </a:r>
          </a:p>
          <a:p xmlns:a="http://schemas.openxmlformats.org/drawingml/2006/main">
            <a:r>
              <a:t>https://github.com/djayp03-hub/short-video-script-agent/blob/main/submission-info.json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种模式在界面中明确区分。真实模式不是永久免费，实际是否消耗付费额度由百炼账号决定，项目没有读取账单。模型语义审核仍可能漏判，用户补充事实也不能替代外部证据。用户反馈仅有基础保存事实时模型追问过多，这是后续需要评测的问题，没有在本次文档同步中冒称已修复。上限为字符计数，中文场景显示为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https://github.com/djayp03-hub/short-video-script-agent/blob/main/docs/07-chat-guide.md</a:t>
            </a:r>
          </a:p>
          <a:p xmlns:a="http://schemas.openxmlformats.org/drawingml/2006/main">
            <a:r>
              <a:t>https://github.com/djayp03-hub/short-video-script-agent/blob/main/src/video_agent/chat.py</a:t>
            </a:r>
          </a:p>
          <a:p xmlns:a="http://schemas.openxmlformats.org/drawingml/2006/main">
            <a:r>
              <a:t>https://github.com/djayp03-hub/short-video-script-agent/blob/main/src/video_agent/chat_server.py</a:t>
            </a:r>
          </a:p>
          <a:p xmlns:a="http://schemas.openxmlformats.org/drawingml/2006/main">
            <a:r>
              <a:t>https://github.com/djayp03-hub/short-video-script-agent/blob/main/docs/05-retrospective.md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考核允许AI辅助，但要求如实披露。这里不能把助手编写的代码描述为个人从零独立实现。用户的实际贡献是需求、验证判断、环境配置和独立运行反馈。建议提交人在答辩前自己阅读agent.py，修改一个约束并观察Trace，再把实际修改与验证结果追加到AI使用说明。开发审查的子代理也不是项目运行时的多Agent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https://github.com/djayp03-hub/short-video-script-agent/blob/main/docs/04-ai-usage.md</a:t>
            </a:r>
          </a:p>
          <a:p xmlns:a="http://schemas.openxmlformats.org/drawingml/2006/main">
            <a:r>
              <a:t>https://github.com/djayp03-hub/short-video-script-agent/blob/main/docs/03-evaluation.md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中不再保留与本题无关的旧客服业务。初学者要聊天可先运行根目录run_chat.py；CLI运行run.py，再读README和运行说明书。阅读源码时按cli、agent、tools、model_client顺序最容易理解。examples是固定证据，runs用于每次新执行，已有目录不会覆盖。.idea和.codex属于本机IDE或运行配置，不是跨环境评审的必要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https://github.com/djayp03-hub/short-video-script-agent/blob/main/docs/运行说明书.md</a:t>
            </a:r>
          </a:p>
          <a:p xmlns:a="http://schemas.openxmlformats.org/drawingml/2006/main">
            <a:r>
              <a:t>https://github.com/djayp03-hub/short-video-script-agent/blob/main/README.md</a:t>
            </a:r>
          </a:p>
          <a:p xmlns:a="http://schemas.openxmlformats.org/drawingml/2006/main">
            <a:r>
              <a:t>https://github.com/djayp03-hub/short-video-script-agent/blob/main/.gitignore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、args、reason必须是顶层的三个字段，每个action只接受规定参数。estimate_duration和check_rules不接受模型自报结果，而是读取当前稿件调用真正的工具。状态字段方便调用方决定下一步处理：completed仍要人工审阅，needs_input应补资料，incomplete保留未完成原因，failed排查配置或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https://github.com/djayp03-hub/short-video-script-agent/blob/main/src/video_agent/agent.py</a:t>
            </a:r>
          </a:p>
          <a:p xmlns:a="http://schemas.openxmlformats.org/drawingml/2006/main">
            <a:r>
              <a:t>https://github.com/djayp03-hub/short-video-script-agent/blob/main/src/video_agent/model_client.py</a:t>
            </a:r>
          </a:p>
          <a:p xmlns:a="http://schemas.openxmlformats.org/drawingml/2006/main">
            <a:r>
              <a:t>https://github.com/djayp03-hub/short-video-script-agent/blob/main/src/video_agent/schemas.py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命令提供给需要命令行复现的评审；用户自己仍可以在PyCharm点击运行。单次脚本结果在output.json与script.md，过程看trace.jsonl，环境和源码指纹看run.json。若运行真实模式出现401，需检查服务地域、兼容地址与密钥配置，而不是切换成Mock后当作真实通过。完整评测入口和故障配置在READ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https://github.com/djayp03-hub/short-video-script-agent/blob/main/README.md</a:t>
            </a:r>
          </a:p>
          <a:p xmlns:a="http://schemas.openxmlformats.org/drawingml/2006/main">
            <a:r>
              <a:t>https://github.com/djayp03-hub/short-video-script-agent/blob/main/src/video_agent/cli.py</a:t>
            </a:r>
          </a:p>
          <a:p xmlns:a="http://schemas.openxmlformats.org/drawingml/2006/main">
            <a:r>
              <a:t>https://github.com/djayp03-hub/short-video-script-agent/blob/main/docs/运行说明书.md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对追问，最好打开一个具体trace，而不是泛讲ReAct。不要声称所有操作都是模型自主完成：输入校验、动作过滤、版本检查和预算保护属于程序骨架。也不要把真实模型一次完成当作长期可靠性证明。最后修复后的真实复验尚缺，人工评分与净开发工时没有记录，直接说明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https://github.com/djayp03-hub/short-video-script-agent/blob/main/docs/02-solution.md</a:t>
            </a:r>
          </a:p>
          <a:p xmlns:a="http://schemas.openxmlformats.org/drawingml/2006/main">
            <a:r>
              <a:t>https://github.com/djayp03-hub/short-video-script-agent/blob/main/docs/03-evaluation.md</a:t>
            </a:r>
          </a:p>
          <a:p xmlns:a="http://schemas.openxmlformats.org/drawingml/2006/main">
            <a:r>
              <a:t>https://github.com/djayp03-hub/short-video-script-agent/blob/main/docs/04-ai-usage.md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回到考核目标：项目提供了可运行代码、模型观察后改变动作的真实证据，以及与失败状态对应的验证材料。当前工程机制已通过67项测试；内容质量仍需要独立人工评审，最后修复后也要补真实复验。GitHub链接可点击，最终commit SHA以本次GitHub同步结果为准。后面附录用于回答目录、动作协议、复现和常见追问。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资料来源（交互功能更新版，GitHub 分支 main）：</a:t>
            </a:r>
          </a:p>
          <a:p xmlns:a="http://schemas.openxmlformats.org/drawingml/2006/main">
            <a:r>
              <a:t>https://github.com/djayp03-hub/short-video-script-agent/blob/main/README.md</a:t>
            </a:r>
          </a:p>
          <a:p xmlns:a="http://schemas.openxmlformats.org/drawingml/2006/main">
            <a:r>
              <a:t>https://github.com/djayp03-hub/short-video-script-agent/blob/main/submission-info.json</a:t>
            </a:r>
          </a:p>
          <a:p xmlns:a="http://schemas.openxmlformats.org/drawingml/2006/main">
            <a:r>
              <a:t>https://github.com/djayp03-hub/short-video-script-agent/blob/main/docs/06-submission-checklist.md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ac05cef3584ff6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d7a83d67f64962" /><Relationship Type="http://schemas.openxmlformats.org/officeDocument/2006/relationships/slideLayout" Target="/ppt/slideLayouts/slideLayout1.xml" Id="R1274673cd5444f5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74673cd5444f5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自定义 514">
      <a:dk1>
        <a:srgbClr val="000000"/>
      </a:dk1>
      <a:lt1>
        <a:srgbClr val="FFFFFF"/>
      </a:lt1>
      <a:dk2>
        <a:srgbClr val="0079C3"/>
      </a:dk2>
      <a:lt2>
        <a:srgbClr val="E7E6E6"/>
      </a:lt2>
      <a:accent1>
        <a:srgbClr val="203898"/>
      </a:accent1>
      <a:accent2>
        <a:srgbClr val="92D050"/>
      </a:accent2>
      <a:accent3>
        <a:srgbClr val="7030A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自定义 51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1e374755d4aa3" /><Relationship Type="http://schemas.openxmlformats.org/officeDocument/2006/relationships/notesSlide" Target="/ppt/notesSlides/notesSlide1.xml" Id="R3ab50884509d44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b9c9c363c464b" /><Relationship Type="http://schemas.openxmlformats.org/officeDocument/2006/relationships/notesSlide" Target="/ppt/notesSlides/notesSlide2.xml" Id="R15937130f4724b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0b0a650a94be2" /><Relationship Type="http://schemas.openxmlformats.org/officeDocument/2006/relationships/notesSlide" Target="/ppt/notesSlides/notesSlide3.xml" Id="Raeada49eb5794a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c0d45b0e143c9" /><Relationship Type="http://schemas.openxmlformats.org/officeDocument/2006/relationships/notesSlide" Target="/ppt/notesSlides/notesSlide4.xml" Id="R0bff2df3cf9c41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c846b426d4177" /><Relationship Type="http://schemas.openxmlformats.org/officeDocument/2006/relationships/notesSlide" Target="/ppt/notesSlides/notesSlide5.xml" Id="R26044f8a5ec047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c060682984b62" /><Relationship Type="http://schemas.openxmlformats.org/officeDocument/2006/relationships/notesSlide" Target="/ppt/notesSlides/notesSlide6.xml" Id="R3e5e4a67e85946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825d1e5e4464d" /><Relationship Type="http://schemas.openxmlformats.org/officeDocument/2006/relationships/image" Target="/ppt/media/image.png" Id="R11af1f3542144613" /><Relationship Type="http://schemas.openxmlformats.org/officeDocument/2006/relationships/notesSlide" Target="/ppt/notesSlides/notesSlide7.xml" Id="R997c3a8a5db942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ffc78c4f54de4" /><Relationship Type="http://schemas.openxmlformats.org/officeDocument/2006/relationships/notesSlide" Target="/ppt/notesSlides/notesSlide8.xml" Id="R03fa3f9442c947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1773f86854a7c" /><Relationship Type="http://schemas.openxmlformats.org/officeDocument/2006/relationships/notesSlide" Target="/ppt/notesSlides/notesSlide9.xml" Id="R038db0e240f84a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1a66f246c4723" /><Relationship Type="http://schemas.openxmlformats.org/officeDocument/2006/relationships/notesSlide" Target="/ppt/notesSlides/notesSlide10.xml" Id="R7d8302fad4db43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54db7090c4930" /><Relationship Type="http://schemas.openxmlformats.org/officeDocument/2006/relationships/notesSlide" Target="/ppt/notesSlides/notesSlide11.xml" Id="R5f068a6f738742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6c60188db40bf" /><Relationship Type="http://schemas.openxmlformats.org/officeDocument/2006/relationships/notesSlide" Target="/ppt/notesSlides/notesSlide12.xml" Id="Rc9e77c70e6484f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f3c3aabb24b8f" /><Relationship Type="http://schemas.openxmlformats.org/officeDocument/2006/relationships/notesSlide" Target="/ppt/notesSlides/notesSlide13.xml" Id="Rc258595782774d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6806af14e47a8" /><Relationship Type="http://schemas.openxmlformats.org/officeDocument/2006/relationships/notesSlide" Target="/ppt/notesSlides/notesSlide14.xml" Id="Rc8cfa6ee68cb41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3ca477ca34d97" /><Relationship Type="http://schemas.openxmlformats.org/officeDocument/2006/relationships/notesSlide" Target="/ppt/notesSlides/notesSlide15.xml" Id="R41e8c554e3ca433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5242223d14d4b" /><Relationship Type="http://schemas.openxmlformats.org/officeDocument/2006/relationships/notesSlide" Target="/ppt/notesSlides/notesSlide16.xml" Id="R44ba0dfd09fb49f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7420e9af141b7" /><Relationship Type="http://schemas.openxmlformats.org/officeDocument/2006/relationships/notesSlide" Target="/ppt/notesSlides/notesSlide17.xml" Id="R22a91f08d1d041e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ba4a7aa444889" /><Relationship Type="http://schemas.openxmlformats.org/officeDocument/2006/relationships/notesSlide" Target="/ppt/notesSlides/notesSlide18.xml" Id="R6ab8f37d560a49e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8421a45854cc0" /><Relationship Type="http://schemas.openxmlformats.org/officeDocument/2006/relationships/notesSlide" Target="/ppt/notesSlides/notesSlide19.xml" Id="R4b67281b09ea4a9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e7f19cc044cc0" /><Relationship Type="http://schemas.openxmlformats.org/officeDocument/2006/relationships/notesSlide" Target="/ppt/notesSlides/notesSlide20.xml" Id="R13f6d325a12f46c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9ac8820b74593" /><Relationship Type="http://schemas.openxmlformats.org/officeDocument/2006/relationships/notesSlide" Target="/ppt/notesSlides/notesSlide21.xml" Id="Rf46505fe5a66451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f03dd60564a0d" /><Relationship Type="http://schemas.openxmlformats.org/officeDocument/2006/relationships/notesSlide" Target="/ppt/notesSlides/notesSlide22.xml" Id="Ra594aae23d8b4f5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bfed7a5d249f5" /><Relationship Type="http://schemas.openxmlformats.org/officeDocument/2006/relationships/notesSlide" Target="/ppt/notesSlides/notesSlide23.xml" Id="R31f8ea3f4aa840c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76925cffe49eb" /><Relationship Type="http://schemas.openxmlformats.org/officeDocument/2006/relationships/notesSlide" Target="/ppt/notesSlides/notesSlide24.xml" Id="Rbaed5f6e40594b8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9020868644db4" /><Relationship Type="http://schemas.openxmlformats.org/officeDocument/2006/relationships/notesSlide" Target="/ppt/notesSlides/notesSlide25.xml" Id="R1061731b25d649b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7927c9be149d8" /><Relationship Type="http://schemas.openxmlformats.org/officeDocument/2006/relationships/notesSlide" Target="/ppt/notesSlides/notesSlide26.xml" Id="R4fcc7a4eacc74e8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a8bfd39514eeb" /><Relationship Type="http://schemas.openxmlformats.org/officeDocument/2006/relationships/notesSlide" Target="/ppt/notesSlides/notesSlide27.xml" Id="R0d280321d043451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36a93cd464f18" /><Relationship Type="http://schemas.openxmlformats.org/officeDocument/2006/relationships/notesSlide" Target="/ppt/notesSlides/notesSlide28.xml" Id="R995fb3de29b84a3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c5b3709d34d47" /><Relationship Type="http://schemas.openxmlformats.org/officeDocument/2006/relationships/notesSlide" Target="/ppt/notesSlides/notesSlide29.xml" Id="R1b4677712a914e3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e5a4c59ac4761" /><Relationship Type="http://schemas.openxmlformats.org/officeDocument/2006/relationships/notesSlide" Target="/ppt/notesSlides/notesSlide30.xml" Id="Rb4354f6623e14fd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f38417abd43ad" /><Relationship Type="http://schemas.openxmlformats.org/officeDocument/2006/relationships/notesSlide" Target="/ppt/notesSlides/notesSlide31.xml" Id="R59fee5978bfd400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ee69adccd4434" /><Relationship Type="http://schemas.openxmlformats.org/officeDocument/2006/relationships/notesSlide" Target="/ppt/notesSlides/notesSlide32.xml" Id="R6cf5562d263342c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43dea32c64e87" /><Relationship Type="http://schemas.openxmlformats.org/officeDocument/2006/relationships/notesSlide" Target="/ppt/notesSlides/notesSlide33.xml" Id="R6960e9070b7e453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b6dfb49d9463c" /><Relationship Type="http://schemas.openxmlformats.org/officeDocument/2006/relationships/notesSlide" Target="/ppt/notesSlides/notesSlide34.xml" Id="Rae054b0b3896403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6f0a79bff4c96" /><Relationship Type="http://schemas.openxmlformats.org/officeDocument/2006/relationships/notesSlide" Target="/ppt/notesSlides/notesSlide35.xml" Id="R647944c440dc473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c63b70e294428" /><Relationship Type="http://schemas.openxmlformats.org/officeDocument/2006/relationships/notesSlide" Target="/ppt/notesSlides/notesSlide36.xml" Id="R60bdbbedce2d486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d79bd15154599" /><Relationship Type="http://schemas.openxmlformats.org/officeDocument/2006/relationships/notesSlide" Target="/ppt/notesSlides/notesSlide37.xml" Id="Re5226792f4af466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ced4e4d9a4e17" /><Relationship Type="http://schemas.openxmlformats.org/officeDocument/2006/relationships/notesSlide" Target="/ppt/notesSlides/notesSlide38.xml" Id="Rcd852be4c4ad4d5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ab1ee78304d9d" /><Relationship Type="http://schemas.openxmlformats.org/officeDocument/2006/relationships/hyperlink" Target="https://github.com/djayp03-hub/short-video-script-agent" TargetMode="External" Id="Rf14d98b98d1a409b" /><Relationship Type="http://schemas.openxmlformats.org/officeDocument/2006/relationships/notesSlide" Target="/ppt/notesSlides/notesSlide39.xml" Id="Rc5f33adc7f944c1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任意多边形: 形状 9">
            <a:extLst xmlns:a="http://schemas.openxmlformats.org/drawingml/2006/main">
              <a:ext uri="{FF2B5EF4-FFF2-40B4-BE49-F238E27FC236}">
                <a16:creationId xmlns:a16="http://schemas.microsoft.com/office/drawing/2014/main" id="{FBCD4766-AA75-0ECB-2CD7-E435F80B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37161"/>
          </a:xfrm>
          <a:custGeom xmlns:a="http://schemas.openxmlformats.org/drawingml/2006/main">
            <a:gdLst>
              <a:gd name="connsiteX0" fmla="*/ 0 w 12192000"/>
              <a:gd name="connsiteY0" fmla="*/ 0 h 1975553"/>
              <a:gd name="connsiteX1" fmla="*/ 12192000 w 12192000"/>
              <a:gd name="connsiteY1" fmla="*/ 0 h 1975553"/>
              <a:gd name="connsiteX2" fmla="*/ 12192000 w 12192000"/>
              <a:gd name="connsiteY2" fmla="*/ 452803 h 1975553"/>
              <a:gd name="connsiteX3" fmla="*/ 11922086 w 12192000"/>
              <a:gd name="connsiteY3" fmla="*/ 612685 h 1975553"/>
              <a:gd name="connsiteX4" fmla="*/ 6096001 w 12192000"/>
              <a:gd name="connsiteY4" fmla="*/ 1975553 h 1975553"/>
              <a:gd name="connsiteX5" fmla="*/ 269917 w 12192000"/>
              <a:gd name="connsiteY5" fmla="*/ 612685 h 1975553"/>
              <a:gd name="connsiteX6" fmla="*/ 0 w 12192000"/>
              <a:gd name="connsiteY6" fmla="*/ 452802 h 1975553"/>
            </a:gdLst>
            <a:rect l="l" t="t" r="r" b="b"/>
            <a:pathLst>
              <a:path w="12192000" h="1975553">
                <a:moveTo>
                  <a:pt x="0" y="0"/>
                </a:moveTo>
                <a:lnTo>
                  <a:pt x="12192000" y="0"/>
                </a:lnTo>
                <a:lnTo>
                  <a:pt x="12192000" y="452803"/>
                </a:lnTo>
                <a:lnTo>
                  <a:pt x="11922086" y="612685"/>
                </a:lnTo>
                <a:cubicBezTo>
                  <a:pt x="10431060" y="1454735"/>
                  <a:pt x="8371229" y="1975553"/>
                  <a:pt x="6096001" y="1975553"/>
                </a:cubicBezTo>
                <a:cubicBezTo>
                  <a:pt x="3820774" y="1975553"/>
                  <a:pt x="1760942" y="1454735"/>
                  <a:pt x="269917" y="612685"/>
                </a:cubicBezTo>
                <a:lnTo>
                  <a:pt x="0" y="452802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3" name="矩形 242">
            <a:extLst xmlns:a="http://schemas.openxmlformats.org/drawingml/2006/main">
              <a:ext uri="{FF2B5EF4-FFF2-40B4-BE49-F238E27FC236}">
                <a16:creationId xmlns:a16="http://schemas.microsoft.com/office/drawing/2014/main" id="{36B7723C-6D6B-E226-7137-28F78D46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4325"/>
            <a:ext cx="12192000" cy="2236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301E481-92B9-E5D1-3BD2-D949DF05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074" y="2821205"/>
            <a:ext cx="8551853" cy="769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400"/>
            </a:defPPr>
            <a:lvl1pPr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accent2"/>
                </a:solidFill>
                <a:latin typeface="+mj-lt"/>
                <a:ea typeface="+mj-lt"/>
                <a:cs typeface="+mj-lt"/>
              </a:defRPr>
            </a:lvl1pPr>
            <a:lvl2pPr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小影校招 AI Agent 开发岗位 · 第4题</a:t>
            </a:r>
            <a:endParaRPr sz="3200" b="1" spc="300">
              <a:solidFill>
                <a:schemeClr val="accent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9" name="文本框 248">
            <a:extLst xmlns:a="http://schemas.openxmlformats.org/drawingml/2006/main">
              <a:ext uri="{FF2B5EF4-FFF2-40B4-BE49-F238E27FC236}">
                <a16:creationId xmlns:a16="http://schemas.microsoft.com/office/drawing/2014/main" id="{295DD9A9-BEB6-1789-C4E8-FA384047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074" y="3679889"/>
            <a:ext cx="8551853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400"/>
            </a:defPPr>
            <a:lvl1pPr>
              <a:defRPr sz="4400"/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  <a:lvl6pPr>
              <a:defRPr sz="4400"/>
            </a:lvl6pPr>
            <a:lvl7pPr>
              <a:defRPr sz="4400"/>
            </a:lvl7pPr>
            <a:lvl8pPr>
              <a:defRPr sz="4400"/>
            </a:lvl8pPr>
            <a:lvl9pPr>
              <a:defRPr sz="4400"/>
            </a:lvl9pPr>
          </a:lstStyle>
          <a:p xmlns:a="http://schemas.openxmlformats.org/drawingml/2006/main">
            <a:pPr algn="ctr">
              <a:buNone/>
            </a:pPr>
            <a:r>
              <a:rPr sz="4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短视频脚本 Agent</a:t>
            </a:r>
            <a:endParaRPr sz="4400" b="1" spc="300">
              <a:solidFill>
                <a:schemeClr val="accent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0" name="TextBox 2">
            <a:extLst xmlns:a="http://schemas.openxmlformats.org/drawingml/2006/main">
              <a:ext uri="{FF2B5EF4-FFF2-40B4-BE49-F238E27FC236}">
                <a16:creationId xmlns:a16="http://schemas.microsoft.com/office/drawing/2014/main" id="{3A9E137C-A019-376B-FA41-747E5371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7398" y="5305083"/>
            <a:ext cx="2497204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/>
            </a:defPPr>
            <a:lvl1pPr>
              <a:defRPr sz="1650"/>
            </a:lvl1pPr>
            <a:lvl2pPr>
              <a:defRPr sz="1650"/>
            </a:lvl2pPr>
            <a:lvl3pPr>
              <a:defRPr sz="165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rPr>
              <a:t>运行：本地聊天 / CLI</a:t>
            </a:r>
          </a:p>
        </p:txBody>
      </p:sp>
      <p:sp>
        <p:nvSpPr>
          <p:cNvPr id="251" name="TextBox 25">
            <a:extLst xmlns:a="http://schemas.openxmlformats.org/drawingml/2006/main">
              <a:ext uri="{FF2B5EF4-FFF2-40B4-BE49-F238E27FC236}">
                <a16:creationId xmlns:a16="http://schemas.microsoft.com/office/drawing/2014/main" id="{EC966997-6ABF-B282-04A3-819C85EF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574" y="5305084"/>
            <a:ext cx="2497204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/>
            </a:defPPr>
            <a:lvl1pPr>
              <a:defRPr sz="1650"/>
            </a:lvl1pPr>
            <a:lvl2pPr>
              <a:defRPr sz="1650"/>
            </a:lvl2pPr>
            <a:lvl3pPr>
              <a:defRPr sz="165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rPr>
              <a:t>日期：2026.10.30</a:t>
            </a:r>
            <a:endParaRPr b="1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2" name="TextBox 2">
            <a:extLst xmlns:a="http://schemas.openxmlformats.org/drawingml/2006/main">
              <a:ext uri="{FF2B5EF4-FFF2-40B4-BE49-F238E27FC236}">
                <a16:creationId xmlns:a16="http://schemas.microsoft.com/office/drawing/2014/main" id="{3B35B773-EA40-9101-C32E-B6C7D16A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223" y="5305084"/>
            <a:ext cx="2497204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/>
            </a:defPPr>
            <a:lvl1pPr>
              <a:defRPr sz="1650"/>
            </a:lvl1pPr>
            <a:lvl2pPr>
              <a:defRPr sz="1650"/>
            </a:lvl2pPr>
            <a:lvl3pPr>
              <a:defRPr sz="165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rPr>
              <a:t>题号：第4题</a:t>
            </a:r>
            <a:endParaRPr b="1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6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02A7B38D-AD69-48CB-3977-EE7243DB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54628" y="467036"/>
            <a:ext cx="1210248" cy="1211078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9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469A0009-7694-56B7-B3AE-836C27D6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7800" y="768769"/>
            <a:ext cx="585229" cy="403693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0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9CC6FEE3-60E8-6A73-1CCA-0E41B339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2555" y="832596"/>
            <a:ext cx="348153" cy="31582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1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9AF53B57-F96E-D658-DFE0-971AE265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7242" y="399891"/>
            <a:ext cx="613413" cy="900226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2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B5897F41-DA74-8EFF-03FE-2BFC0146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95472" y="548271"/>
            <a:ext cx="588545" cy="772570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8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8378661C-E345-4A46-E4A7-5321A211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7349" y="1395446"/>
            <a:ext cx="2510023" cy="203090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197CD70E-0E12-4653-A5D4-19205DDE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24375"/>
            <a:ext cx="857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有事实来源的分镜生成与自动检查</a:t>
            </a:r>
          </a:p>
        </p:txBody>
      </p:sp>
    </p:spTree>
    <p:extLst>
      <p:ext uri="{BB962C8B-B14F-4D97-AF65-F5344CB8AC3E}">
        <p14:creationId xmlns:p14="http://schemas.microsoft.com/office/powerpoint/2010/main" val="36914539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: 形状 2">
            <a:extLst xmlns:a="http://schemas.openxmlformats.org/drawingml/2006/main">
              <a:ext uri="{FF2B5EF4-FFF2-40B4-BE49-F238E27FC236}">
                <a16:creationId xmlns:a16="http://schemas.microsoft.com/office/drawing/2014/main" id="{E6C4449F-09BC-3466-4937-F1285ABC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37161"/>
          </a:xfrm>
          <a:custGeom xmlns:a="http://schemas.openxmlformats.org/drawingml/2006/main">
            <a:gdLst>
              <a:gd name="connsiteX0" fmla="*/ 0 w 12192000"/>
              <a:gd name="connsiteY0" fmla="*/ 0 h 1975553"/>
              <a:gd name="connsiteX1" fmla="*/ 12192000 w 12192000"/>
              <a:gd name="connsiteY1" fmla="*/ 0 h 1975553"/>
              <a:gd name="connsiteX2" fmla="*/ 12192000 w 12192000"/>
              <a:gd name="connsiteY2" fmla="*/ 452803 h 1975553"/>
              <a:gd name="connsiteX3" fmla="*/ 11922086 w 12192000"/>
              <a:gd name="connsiteY3" fmla="*/ 612685 h 1975553"/>
              <a:gd name="connsiteX4" fmla="*/ 6096001 w 12192000"/>
              <a:gd name="connsiteY4" fmla="*/ 1975553 h 1975553"/>
              <a:gd name="connsiteX5" fmla="*/ 269917 w 12192000"/>
              <a:gd name="connsiteY5" fmla="*/ 612685 h 1975553"/>
              <a:gd name="connsiteX6" fmla="*/ 0 w 12192000"/>
              <a:gd name="connsiteY6" fmla="*/ 452802 h 1975553"/>
            </a:gdLst>
            <a:rect l="l" t="t" r="r" b="b"/>
            <a:pathLst>
              <a:path w="12192000" h="1975553">
                <a:moveTo>
                  <a:pt x="0" y="0"/>
                </a:moveTo>
                <a:lnTo>
                  <a:pt x="12192000" y="0"/>
                </a:lnTo>
                <a:lnTo>
                  <a:pt x="12192000" y="452803"/>
                </a:lnTo>
                <a:lnTo>
                  <a:pt x="11922086" y="612685"/>
                </a:lnTo>
                <a:cubicBezTo>
                  <a:pt x="10431060" y="1454735"/>
                  <a:pt x="8371229" y="1975553"/>
                  <a:pt x="6096001" y="1975553"/>
                </a:cubicBezTo>
                <a:cubicBezTo>
                  <a:pt x="3820774" y="1975553"/>
                  <a:pt x="1760942" y="1454735"/>
                  <a:pt x="269917" y="612685"/>
                </a:cubicBezTo>
                <a:lnTo>
                  <a:pt x="0" y="452802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7CB41621-515C-0FAE-5F1C-5332C548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8220" y="339488"/>
            <a:ext cx="2315561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30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D8E4726-2CF6-123C-DAA9-8901F5B9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4900" y="1251341"/>
            <a:ext cx="344220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 spc="-150">
                <a:solidFill>
                  <a:schemeClr val="bg1"/>
                </a:solidFill>
                <a:latin typeface="Arial Narrow"/>
                <a:ea typeface="Arial Narrow"/>
                <a:cs typeface="Arial Narrow"/>
              </a:rPr>
              <a:t>CONTENTS</a:t>
            </a:r>
            <a:endParaRPr sz="4800" b="1" spc="-150">
              <a:solidFill>
                <a:schemeClr val="bg1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F1F33699-0753-CEE0-8FAF-3F25A177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028" y="4655545"/>
            <a:ext cx="171479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265" name="椭圆 264">
            <a:extLst xmlns:a="http://schemas.openxmlformats.org/drawingml/2006/main">
              <a:ext uri="{FF2B5EF4-FFF2-40B4-BE49-F238E27FC236}">
                <a16:creationId xmlns:a16="http://schemas.microsoft.com/office/drawing/2014/main" id="{58E12513-C252-296B-22A8-239D6843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3597" y="3531374"/>
            <a:ext cx="817654" cy="81765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266" name="文本框 265">
            <a:extLst xmlns:a="http://schemas.openxmlformats.org/drawingml/2006/main">
              <a:ext uri="{FF2B5EF4-FFF2-40B4-BE49-F238E27FC236}">
                <a16:creationId xmlns:a16="http://schemas.microsoft.com/office/drawing/2014/main" id="{AE02D98D-B89C-01A8-5DA5-0EAB9FF6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0174" y="3709369"/>
            <a:ext cx="136450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壹</a:t>
            </a:r>
          </a:p>
        </p:txBody>
      </p:sp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9FD24656-7DFB-7F20-7A03-58AB5A46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80748" y="3531374"/>
            <a:ext cx="817654" cy="81765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3845C4A2-2321-6854-1433-FF70E2A9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07325" y="3709369"/>
            <a:ext cx="136450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伍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03621F4C-E470-134F-F39E-05451270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179" y="4655545"/>
            <a:ext cx="171479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复盘总结</a:t>
            </a:r>
          </a:p>
        </p:txBody>
      </p:sp>
      <p:sp>
        <p:nvSpPr>
          <p:cNvPr id="259" name="椭圆 258">
            <a:extLst xmlns:a="http://schemas.openxmlformats.org/drawingml/2006/main">
              <a:ext uri="{FF2B5EF4-FFF2-40B4-BE49-F238E27FC236}">
                <a16:creationId xmlns:a16="http://schemas.microsoft.com/office/drawing/2014/main" id="{F8AB5E60-9DB9-5CB6-020A-3C1DABEA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3961" y="3531374"/>
            <a:ext cx="817654" cy="81765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260" name="文本框 259">
            <a:extLst xmlns:a="http://schemas.openxmlformats.org/drawingml/2006/main">
              <a:ext uri="{FF2B5EF4-FFF2-40B4-BE49-F238E27FC236}">
                <a16:creationId xmlns:a16="http://schemas.microsoft.com/office/drawing/2014/main" id="{2F69FC59-4A31-7A73-7DCA-D5BBC25C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0538" y="3709369"/>
            <a:ext cx="136450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肆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6AD26D74-5115-8466-9222-4D9611DB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392" y="4655545"/>
            <a:ext cx="171479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验证结果</a:t>
            </a:r>
          </a:p>
        </p:txBody>
      </p:sp>
      <p:sp>
        <p:nvSpPr>
          <p:cNvPr id="261" name="椭圆 260">
            <a:extLst xmlns:a="http://schemas.openxmlformats.org/drawingml/2006/main">
              <a:ext uri="{FF2B5EF4-FFF2-40B4-BE49-F238E27FC236}">
                <a16:creationId xmlns:a16="http://schemas.microsoft.com/office/drawing/2014/main" id="{14ACC426-8FB3-48B3-036D-24EA0E03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87173" y="3531374"/>
            <a:ext cx="817654" cy="81765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262" name="文本框 261">
            <a:extLst xmlns:a="http://schemas.openxmlformats.org/drawingml/2006/main">
              <a:ext uri="{FF2B5EF4-FFF2-40B4-BE49-F238E27FC236}">
                <a16:creationId xmlns:a16="http://schemas.microsoft.com/office/drawing/2014/main" id="{10367C1D-9299-C44A-FC35-8D28E25C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13750" y="3709369"/>
            <a:ext cx="136450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叁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887B3A5-D440-470B-115F-7CCF8FAD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604" y="4655545"/>
            <a:ext cx="171479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执行过程</a:t>
            </a:r>
          </a:p>
        </p:txBody>
      </p:sp>
      <p:sp>
        <p:nvSpPr>
          <p:cNvPr id="263" name="椭圆 262">
            <a:extLst xmlns:a="http://schemas.openxmlformats.org/drawingml/2006/main">
              <a:ext uri="{FF2B5EF4-FFF2-40B4-BE49-F238E27FC236}">
                <a16:creationId xmlns:a16="http://schemas.microsoft.com/office/drawing/2014/main" id="{CC7A56C6-7A8E-6D7E-9B3A-C0FAC824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0385" y="3531374"/>
            <a:ext cx="817654" cy="81765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264" name="文本框 263">
            <a:extLst xmlns:a="http://schemas.openxmlformats.org/drawingml/2006/main">
              <a:ext uri="{FF2B5EF4-FFF2-40B4-BE49-F238E27FC236}">
                <a16:creationId xmlns:a16="http://schemas.microsoft.com/office/drawing/2014/main" id="{E90B10F9-913E-0377-44CB-C6DBA19F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16962" y="3709369"/>
            <a:ext cx="136450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贰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2DD7172C-409C-6214-C40F-1DA7474A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816" y="4655545"/>
            <a:ext cx="171479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267" name="矩形 266">
            <a:extLst xmlns:a="http://schemas.openxmlformats.org/drawingml/2006/main">
              <a:ext uri="{FF2B5EF4-FFF2-40B4-BE49-F238E27FC236}">
                <a16:creationId xmlns:a16="http://schemas.microsoft.com/office/drawing/2014/main" id="{4B7647B7-6126-719E-0948-7BCBC19C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4325"/>
            <a:ext cx="12192000" cy="223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16203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D114BE95-4403-8F38-21C3-8B675ECC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781" y="0"/>
            <a:ext cx="3178439" cy="1531254"/>
          </a:xfrm>
          <a:custGeom xmlns:a="http://schemas.openxmlformats.org/drawingml/2006/main">
            <a:gdLst>
              <a:gd name="connsiteX0" fmla="*/ 0 w 3178439"/>
              <a:gd name="connsiteY0" fmla="*/ 0 h 1531254"/>
              <a:gd name="connsiteX1" fmla="*/ 3178439 w 3178439"/>
              <a:gd name="connsiteY1" fmla="*/ 0 h 1531254"/>
              <a:gd name="connsiteX2" fmla="*/ 3178439 w 3178439"/>
              <a:gd name="connsiteY2" fmla="*/ 836280 h 1531254"/>
              <a:gd name="connsiteX3" fmla="*/ 3115045 w 3178439"/>
              <a:gd name="connsiteY3" fmla="*/ 902435 h 1531254"/>
              <a:gd name="connsiteX4" fmla="*/ 1589219 w 3178439"/>
              <a:gd name="connsiteY4" fmla="*/ 1531254 h 1531254"/>
              <a:gd name="connsiteX5" fmla="*/ 63392 w 3178439"/>
              <a:gd name="connsiteY5" fmla="*/ 902435 h 1531254"/>
              <a:gd name="connsiteX6" fmla="*/ 0 w 3178439"/>
              <a:gd name="connsiteY6" fmla="*/ 836281 h 1531254"/>
            </a:gdLst>
            <a:rect l="l" t="t" r="r" b="b"/>
            <a:pathLst>
              <a:path w="3178439" h="1531254">
                <a:moveTo>
                  <a:pt x="0" y="0"/>
                </a:moveTo>
                <a:lnTo>
                  <a:pt x="3178439" y="0"/>
                </a:lnTo>
                <a:lnTo>
                  <a:pt x="3178439" y="836280"/>
                </a:lnTo>
                <a:lnTo>
                  <a:pt x="3115045" y="902435"/>
                </a:lnTo>
                <a:cubicBezTo>
                  <a:pt x="2724552" y="1290951"/>
                  <a:pt x="2185091" y="1531254"/>
                  <a:pt x="1589219" y="1531254"/>
                </a:cubicBezTo>
                <a:cubicBezTo>
                  <a:pt x="993346" y="1531254"/>
                  <a:pt x="453885" y="1290951"/>
                  <a:pt x="63392" y="902435"/>
                </a:cubicBezTo>
                <a:lnTo>
                  <a:pt x="0" y="836281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845A26E-DC6C-47DF-F7EC-67634058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866" y="3136613"/>
            <a:ext cx="2980268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6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93537FC-0C30-2C0E-AB13-F89F2151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4325"/>
            <a:ext cx="12192000" cy="223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椭圆 28">
            <a:extLst xmlns:a="http://schemas.openxmlformats.org/drawingml/2006/main">
              <a:ext uri="{FF2B5EF4-FFF2-40B4-BE49-F238E27FC236}">
                <a16:creationId xmlns:a16="http://schemas.microsoft.com/office/drawing/2014/main" id="{B6408323-4BEB-2E5A-A6D1-0F2F1989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87173" y="356800"/>
            <a:ext cx="817654" cy="81765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9E366E0C-92F9-D4AB-B1EB-2C676F4A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13750" y="442462"/>
            <a:ext cx="136450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壹</a:t>
            </a:r>
          </a:p>
        </p:txBody>
      </p:sp>
      <p:sp>
        <p:nvSpPr>
          <p:cNvPr id="5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54F05697-BFC6-5BAB-82E0-EC5A70DC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EDE06E51-6E6C-A339-0A71-BF93D286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5F089BE4-40B1-D9D5-52AA-AC53748B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BC934520-53B1-59B1-AE96-632E5B9F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68DB333D-9EE7-5435-5ACF-C97C5855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83A24E99-7E93-0BD6-4772-37F644E3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38019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757D139D-B126-ACE5-0098-1315F537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8" name="矩形: 圆角 67">
            <a:extLst xmlns:a="http://schemas.openxmlformats.org/drawingml/2006/main">
              <a:ext uri="{FF2B5EF4-FFF2-40B4-BE49-F238E27FC236}">
                <a16:creationId xmlns:a16="http://schemas.microsoft.com/office/drawing/2014/main" id="{20CDF59B-9807-AAFE-F580-5152EA1E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27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349AB00-BADD-2EBC-9A1F-6054C368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74F18F8-7418-3607-4AAC-9E14F483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EE96E4CB-D9A2-1705-3739-E34EBD82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2B9F4FCC-1BDD-0165-D192-3090F4B9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F1816CCA-CFB1-1F29-15D8-C5D765C7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613DFF5A-FFD6-3FBF-C78C-14654862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项目全貌</a:t>
            </a:r>
          </a:p>
        </p:txBody>
      </p:sp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C6CEE16-031F-480C-B6DB-C8129FE3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5" name="菱形 174">
            <a:extLst xmlns:a="http://schemas.openxmlformats.org/drawingml/2006/main">
              <a:ext uri="{FF2B5EF4-FFF2-40B4-BE49-F238E27FC236}">
                <a16:creationId xmlns:a16="http://schemas.microsoft.com/office/drawing/2014/main" id="{5091C3E6-FAEA-0198-76FE-150BECB0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0825" y="2320419"/>
            <a:ext cx="3330350" cy="3330350"/>
          </a:xfrm>
          <a:prstGeom xmlns:a="http://schemas.openxmlformats.org/drawingml/2006/main" prst="diamond">
            <a:avLst/>
          </a:prstGeom>
        </p:spPr>
        <p:style>
          <a:lnRef xmlns:a="http://schemas.openxmlformats.org/drawingml/2006/main" idx="0">
            <a:schemeClr val="accent1">
              <a:lumOff val="0"/>
            </a:schemeClr>
          </a:lnRef>
          <a:fillRef xmlns:a="http://schemas.openxmlformats.org/drawingml/2006/main" idx="1">
            <a:schemeClr val="accent1">
              <a:tint val="40000"/>
              <a:lumOff val="0"/>
            </a:schemeClr>
          </a:fillRef>
          <a:effectRef xmlns:a="http://schemas.openxmlformats.org/drawingml/2006/main" idx="0">
            <a:schemeClr val="accent1">
              <a:tint val="40000"/>
              <a:lumOff val="0"/>
            </a:schemeClr>
          </a:effectRef>
          <a:fontRef xmlns:a="http://schemas.openxmlformats.org/drawingml/2006/main" idx="minor">
            <a:schemeClr val="dk1">
              <a:lumOff val="0"/>
            </a:schemeClr>
          </a:fontRef>
        </p:style>
      </p:sp>
      <p:sp>
        <p:nvSpPr>
          <p:cNvPr id="176" name="任意多边形: 形状 175">
            <a:extLst xmlns:a="http://schemas.openxmlformats.org/drawingml/2006/main">
              <a:ext uri="{FF2B5EF4-FFF2-40B4-BE49-F238E27FC236}">
                <a16:creationId xmlns:a16="http://schemas.microsoft.com/office/drawing/2014/main" id="{9B2B36BD-8A06-DCEB-ED93-713FB77B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209" y="2636802"/>
            <a:ext cx="1298836" cy="1298836"/>
          </a:xfrm>
          <a:custGeom xmlns:a="http://schemas.openxmlformats.org/drawingml/2006/main">
            <a:gdLst>
              <a:gd name="connsiteX0" fmla="*/ 0 w 1298836"/>
              <a:gd name="connsiteY0" fmla="*/ 216477 h 1298836"/>
              <a:gd name="connsiteX1" fmla="*/ 216477 w 1298836"/>
              <a:gd name="connsiteY1" fmla="*/ 0 h 1298836"/>
              <a:gd name="connsiteX2" fmla="*/ 1082359 w 1298836"/>
              <a:gd name="connsiteY2" fmla="*/ 0 h 1298836"/>
              <a:gd name="connsiteX3" fmla="*/ 1298836 w 1298836"/>
              <a:gd name="connsiteY3" fmla="*/ 216477 h 1298836"/>
              <a:gd name="connsiteX4" fmla="*/ 1298836 w 1298836"/>
              <a:gd name="connsiteY4" fmla="*/ 1082359 h 1298836"/>
              <a:gd name="connsiteX5" fmla="*/ 1082359 w 1298836"/>
              <a:gd name="connsiteY5" fmla="*/ 1298836 h 1298836"/>
              <a:gd name="connsiteX6" fmla="*/ 216477 w 1298836"/>
              <a:gd name="connsiteY6" fmla="*/ 1298836 h 1298836"/>
              <a:gd name="connsiteX7" fmla="*/ 0 w 1298836"/>
              <a:gd name="connsiteY7" fmla="*/ 1082359 h 1298836"/>
              <a:gd name="connsiteX8" fmla="*/ 0 w 1298836"/>
              <a:gd name="connsiteY8" fmla="*/ 216477 h 1298836"/>
            </a:gdLst>
            <a:rect l="l" t="t" r="r" b="b"/>
            <a:pathLst>
              <a:path w="1298836" h="1298836">
                <a:moveTo>
                  <a:pt x="0" y="216477"/>
                </a:moveTo>
                <a:cubicBezTo>
                  <a:pt x="0" y="96920"/>
                  <a:pt x="96920" y="0"/>
                  <a:pt x="216477" y="0"/>
                </a:cubicBezTo>
                <a:lnTo>
                  <a:pt x="1082359" y="0"/>
                </a:lnTo>
                <a:cubicBezTo>
                  <a:pt x="1201916" y="0"/>
                  <a:pt x="1298836" y="96920"/>
                  <a:pt x="1298836" y="216477"/>
                </a:cubicBezTo>
                <a:lnTo>
                  <a:pt x="1298836" y="1082359"/>
                </a:lnTo>
                <a:cubicBezTo>
                  <a:pt x="1298836" y="1201916"/>
                  <a:pt x="1201916" y="1298836"/>
                  <a:pt x="1082359" y="1298836"/>
                </a:cubicBezTo>
                <a:lnTo>
                  <a:pt x="216477" y="1298836"/>
                </a:lnTo>
                <a:cubicBezTo>
                  <a:pt x="96920" y="1298836"/>
                  <a:pt x="0" y="1201916"/>
                  <a:pt x="0" y="1082359"/>
                </a:cubicBezTo>
                <a:lnTo>
                  <a:pt x="0" y="2164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lt1">
              <a:lumOff val="0"/>
            </a:schemeClr>
          </a:lnRef>
          <a:fillRef xmlns:a="http://schemas.openxmlformats.org/drawingml/2006/main" idx="1">
            <a:schemeClr val="accent1">
              <a:lumOff val="0"/>
            </a:schemeClr>
          </a:fillRef>
          <a:effectRef xmlns:a="http://schemas.openxmlformats.org/drawingml/2006/main" idx="0">
            <a:schemeClr val="accent1">
              <a:lumOff val="0"/>
            </a:schemeClr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181514" tIns="181514" rIns="181514" bIns="181514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sz="3100" kern="1200"/>
          </a:p>
        </p:txBody>
      </p:sp>
      <p:sp>
        <p:nvSpPr>
          <p:cNvPr id="177" name="任意多边形: 形状 176">
            <a:extLst xmlns:a="http://schemas.openxmlformats.org/drawingml/2006/main">
              <a:ext uri="{FF2B5EF4-FFF2-40B4-BE49-F238E27FC236}">
                <a16:creationId xmlns:a16="http://schemas.microsoft.com/office/drawing/2014/main" id="{C8B48D05-DFF6-6E4B-DBDD-44F8F80F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5956" y="2636802"/>
            <a:ext cx="1298836" cy="1298836"/>
          </a:xfrm>
          <a:custGeom xmlns:a="http://schemas.openxmlformats.org/drawingml/2006/main">
            <a:gdLst>
              <a:gd name="connsiteX0" fmla="*/ 0 w 1298836"/>
              <a:gd name="connsiteY0" fmla="*/ 216477 h 1298836"/>
              <a:gd name="connsiteX1" fmla="*/ 216477 w 1298836"/>
              <a:gd name="connsiteY1" fmla="*/ 0 h 1298836"/>
              <a:gd name="connsiteX2" fmla="*/ 1082359 w 1298836"/>
              <a:gd name="connsiteY2" fmla="*/ 0 h 1298836"/>
              <a:gd name="connsiteX3" fmla="*/ 1298836 w 1298836"/>
              <a:gd name="connsiteY3" fmla="*/ 216477 h 1298836"/>
              <a:gd name="connsiteX4" fmla="*/ 1298836 w 1298836"/>
              <a:gd name="connsiteY4" fmla="*/ 1082359 h 1298836"/>
              <a:gd name="connsiteX5" fmla="*/ 1082359 w 1298836"/>
              <a:gd name="connsiteY5" fmla="*/ 1298836 h 1298836"/>
              <a:gd name="connsiteX6" fmla="*/ 216477 w 1298836"/>
              <a:gd name="connsiteY6" fmla="*/ 1298836 h 1298836"/>
              <a:gd name="connsiteX7" fmla="*/ 0 w 1298836"/>
              <a:gd name="connsiteY7" fmla="*/ 1082359 h 1298836"/>
              <a:gd name="connsiteX8" fmla="*/ 0 w 1298836"/>
              <a:gd name="connsiteY8" fmla="*/ 216477 h 1298836"/>
            </a:gdLst>
            <a:rect l="l" t="t" r="r" b="b"/>
            <a:pathLst>
              <a:path w="1298836" h="1298836">
                <a:moveTo>
                  <a:pt x="0" y="216477"/>
                </a:moveTo>
                <a:cubicBezTo>
                  <a:pt x="0" y="96920"/>
                  <a:pt x="96920" y="0"/>
                  <a:pt x="216477" y="0"/>
                </a:cubicBezTo>
                <a:lnTo>
                  <a:pt x="1082359" y="0"/>
                </a:lnTo>
                <a:cubicBezTo>
                  <a:pt x="1201916" y="0"/>
                  <a:pt x="1298836" y="96920"/>
                  <a:pt x="1298836" y="216477"/>
                </a:cubicBezTo>
                <a:lnTo>
                  <a:pt x="1298836" y="1082359"/>
                </a:lnTo>
                <a:cubicBezTo>
                  <a:pt x="1298836" y="1201916"/>
                  <a:pt x="1201916" y="1298836"/>
                  <a:pt x="1082359" y="1298836"/>
                </a:cubicBezTo>
                <a:lnTo>
                  <a:pt x="216477" y="1298836"/>
                </a:lnTo>
                <a:cubicBezTo>
                  <a:pt x="96920" y="1298836"/>
                  <a:pt x="0" y="1201916"/>
                  <a:pt x="0" y="1082359"/>
                </a:cubicBezTo>
                <a:lnTo>
                  <a:pt x="0" y="2164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lt1">
              <a:lumOff val="0"/>
            </a:schemeClr>
          </a:lnRef>
          <a:fillRef xmlns:a="http://schemas.openxmlformats.org/drawingml/2006/main" idx="1">
            <a:schemeClr val="accent1">
              <a:lumOff val="0"/>
            </a:schemeClr>
          </a:fillRef>
          <a:effectRef xmlns:a="http://schemas.openxmlformats.org/drawingml/2006/main" idx="0">
            <a:schemeClr val="accent1">
              <a:lumOff val="0"/>
            </a:schemeClr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181514" tIns="181514" rIns="181514" bIns="181514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sz="3100" kern="1200"/>
          </a:p>
        </p:txBody>
      </p:sp>
      <p:sp>
        <p:nvSpPr>
          <p:cNvPr id="178" name="任意多边形: 形状 177">
            <a:extLst xmlns:a="http://schemas.openxmlformats.org/drawingml/2006/main">
              <a:ext uri="{FF2B5EF4-FFF2-40B4-BE49-F238E27FC236}">
                <a16:creationId xmlns:a16="http://schemas.microsoft.com/office/drawing/2014/main" id="{56CA6B17-1EEC-6925-DA3C-8A3EAC3F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209" y="4035549"/>
            <a:ext cx="1298836" cy="1298836"/>
          </a:xfrm>
          <a:custGeom xmlns:a="http://schemas.openxmlformats.org/drawingml/2006/main">
            <a:gdLst>
              <a:gd name="connsiteX0" fmla="*/ 0 w 1298836"/>
              <a:gd name="connsiteY0" fmla="*/ 216477 h 1298836"/>
              <a:gd name="connsiteX1" fmla="*/ 216477 w 1298836"/>
              <a:gd name="connsiteY1" fmla="*/ 0 h 1298836"/>
              <a:gd name="connsiteX2" fmla="*/ 1082359 w 1298836"/>
              <a:gd name="connsiteY2" fmla="*/ 0 h 1298836"/>
              <a:gd name="connsiteX3" fmla="*/ 1298836 w 1298836"/>
              <a:gd name="connsiteY3" fmla="*/ 216477 h 1298836"/>
              <a:gd name="connsiteX4" fmla="*/ 1298836 w 1298836"/>
              <a:gd name="connsiteY4" fmla="*/ 1082359 h 1298836"/>
              <a:gd name="connsiteX5" fmla="*/ 1082359 w 1298836"/>
              <a:gd name="connsiteY5" fmla="*/ 1298836 h 1298836"/>
              <a:gd name="connsiteX6" fmla="*/ 216477 w 1298836"/>
              <a:gd name="connsiteY6" fmla="*/ 1298836 h 1298836"/>
              <a:gd name="connsiteX7" fmla="*/ 0 w 1298836"/>
              <a:gd name="connsiteY7" fmla="*/ 1082359 h 1298836"/>
              <a:gd name="connsiteX8" fmla="*/ 0 w 1298836"/>
              <a:gd name="connsiteY8" fmla="*/ 216477 h 1298836"/>
            </a:gdLst>
            <a:rect l="l" t="t" r="r" b="b"/>
            <a:pathLst>
              <a:path w="1298836" h="1298836">
                <a:moveTo>
                  <a:pt x="0" y="216477"/>
                </a:moveTo>
                <a:cubicBezTo>
                  <a:pt x="0" y="96920"/>
                  <a:pt x="96920" y="0"/>
                  <a:pt x="216477" y="0"/>
                </a:cubicBezTo>
                <a:lnTo>
                  <a:pt x="1082359" y="0"/>
                </a:lnTo>
                <a:cubicBezTo>
                  <a:pt x="1201916" y="0"/>
                  <a:pt x="1298836" y="96920"/>
                  <a:pt x="1298836" y="216477"/>
                </a:cubicBezTo>
                <a:lnTo>
                  <a:pt x="1298836" y="1082359"/>
                </a:lnTo>
                <a:cubicBezTo>
                  <a:pt x="1298836" y="1201916"/>
                  <a:pt x="1201916" y="1298836"/>
                  <a:pt x="1082359" y="1298836"/>
                </a:cubicBezTo>
                <a:lnTo>
                  <a:pt x="216477" y="1298836"/>
                </a:lnTo>
                <a:cubicBezTo>
                  <a:pt x="96920" y="1298836"/>
                  <a:pt x="0" y="1201916"/>
                  <a:pt x="0" y="1082359"/>
                </a:cubicBezTo>
                <a:lnTo>
                  <a:pt x="0" y="2164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lt1">
              <a:lumOff val="0"/>
            </a:schemeClr>
          </a:lnRef>
          <a:fillRef xmlns:a="http://schemas.openxmlformats.org/drawingml/2006/main" idx="1">
            <a:schemeClr val="accent1">
              <a:lumOff val="0"/>
            </a:schemeClr>
          </a:fillRef>
          <a:effectRef xmlns:a="http://schemas.openxmlformats.org/drawingml/2006/main" idx="0">
            <a:schemeClr val="accent1">
              <a:lumOff val="0"/>
            </a:schemeClr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181514" tIns="181514" rIns="181514" bIns="181514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sz="3100" kern="1200"/>
          </a:p>
        </p:txBody>
      </p:sp>
      <p:sp>
        <p:nvSpPr>
          <p:cNvPr id="179" name="任意多边形: 形状 178">
            <a:extLst xmlns:a="http://schemas.openxmlformats.org/drawingml/2006/main">
              <a:ext uri="{FF2B5EF4-FFF2-40B4-BE49-F238E27FC236}">
                <a16:creationId xmlns:a16="http://schemas.microsoft.com/office/drawing/2014/main" id="{D18FBEF4-A8A3-9795-640E-3E20CF6E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5956" y="4035549"/>
            <a:ext cx="1298836" cy="1298836"/>
          </a:xfrm>
          <a:custGeom xmlns:a="http://schemas.openxmlformats.org/drawingml/2006/main">
            <a:gdLst>
              <a:gd name="connsiteX0" fmla="*/ 0 w 1298836"/>
              <a:gd name="connsiteY0" fmla="*/ 216477 h 1298836"/>
              <a:gd name="connsiteX1" fmla="*/ 216477 w 1298836"/>
              <a:gd name="connsiteY1" fmla="*/ 0 h 1298836"/>
              <a:gd name="connsiteX2" fmla="*/ 1082359 w 1298836"/>
              <a:gd name="connsiteY2" fmla="*/ 0 h 1298836"/>
              <a:gd name="connsiteX3" fmla="*/ 1298836 w 1298836"/>
              <a:gd name="connsiteY3" fmla="*/ 216477 h 1298836"/>
              <a:gd name="connsiteX4" fmla="*/ 1298836 w 1298836"/>
              <a:gd name="connsiteY4" fmla="*/ 1082359 h 1298836"/>
              <a:gd name="connsiteX5" fmla="*/ 1082359 w 1298836"/>
              <a:gd name="connsiteY5" fmla="*/ 1298836 h 1298836"/>
              <a:gd name="connsiteX6" fmla="*/ 216477 w 1298836"/>
              <a:gd name="connsiteY6" fmla="*/ 1298836 h 1298836"/>
              <a:gd name="connsiteX7" fmla="*/ 0 w 1298836"/>
              <a:gd name="connsiteY7" fmla="*/ 1082359 h 1298836"/>
              <a:gd name="connsiteX8" fmla="*/ 0 w 1298836"/>
              <a:gd name="connsiteY8" fmla="*/ 216477 h 1298836"/>
            </a:gdLst>
            <a:rect l="l" t="t" r="r" b="b"/>
            <a:pathLst>
              <a:path w="1298836" h="1298836">
                <a:moveTo>
                  <a:pt x="0" y="216477"/>
                </a:moveTo>
                <a:cubicBezTo>
                  <a:pt x="0" y="96920"/>
                  <a:pt x="96920" y="0"/>
                  <a:pt x="216477" y="0"/>
                </a:cubicBezTo>
                <a:lnTo>
                  <a:pt x="1082359" y="0"/>
                </a:lnTo>
                <a:cubicBezTo>
                  <a:pt x="1201916" y="0"/>
                  <a:pt x="1298836" y="96920"/>
                  <a:pt x="1298836" y="216477"/>
                </a:cubicBezTo>
                <a:lnTo>
                  <a:pt x="1298836" y="1082359"/>
                </a:lnTo>
                <a:cubicBezTo>
                  <a:pt x="1298836" y="1201916"/>
                  <a:pt x="1201916" y="1298836"/>
                  <a:pt x="1082359" y="1298836"/>
                </a:cubicBezTo>
                <a:lnTo>
                  <a:pt x="216477" y="1298836"/>
                </a:lnTo>
                <a:cubicBezTo>
                  <a:pt x="96920" y="1298836"/>
                  <a:pt x="0" y="1201916"/>
                  <a:pt x="0" y="1082359"/>
                </a:cubicBezTo>
                <a:lnTo>
                  <a:pt x="0" y="2164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lt1">
              <a:lumOff val="0"/>
            </a:schemeClr>
          </a:lnRef>
          <a:fillRef xmlns:a="http://schemas.openxmlformats.org/drawingml/2006/main" idx="1">
            <a:schemeClr val="accent1">
              <a:lumOff val="0"/>
            </a:schemeClr>
          </a:fillRef>
          <a:effectRef xmlns:a="http://schemas.openxmlformats.org/drawingml/2006/main" idx="0">
            <a:schemeClr val="accent1">
              <a:lumOff val="0"/>
            </a:schemeClr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181514" tIns="181514" rIns="181514" bIns="181514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sz="3100" kern="1200"/>
          </a:p>
        </p:txBody>
      </p:sp>
      <p:sp>
        <p:nvSpPr>
          <p:cNvPr id="171" name="文本框 170">
            <a:extLst xmlns:a="http://schemas.openxmlformats.org/drawingml/2006/main">
              <a:ext uri="{FF2B5EF4-FFF2-40B4-BE49-F238E27FC236}">
                <a16:creationId xmlns:a16="http://schemas.microsoft.com/office/drawing/2014/main" id="{BB2D43CE-2675-2862-60DA-77C0258F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856" y="2196881"/>
            <a:ext cx="2268969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0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服务创作者</a:t>
            </a:r>
          </a:p>
        </p:txBody>
      </p:sp>
      <p:sp>
        <p:nvSpPr>
          <p:cNvPr id="187" name="文本框 186">
            <a:extLst xmlns:a="http://schemas.openxmlformats.org/drawingml/2006/main">
              <a:ext uri="{FF2B5EF4-FFF2-40B4-BE49-F238E27FC236}">
                <a16:creationId xmlns:a16="http://schemas.microsoft.com/office/drawing/2014/main" id="{0BC5344E-84CD-49C5-43F2-FF811914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597" y="2196881"/>
            <a:ext cx="2268969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0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交付可编辑脚本</a:t>
            </a:r>
          </a:p>
        </p:txBody>
      </p:sp>
      <p:sp>
        <p:nvSpPr>
          <p:cNvPr id="184" name="文本框 183">
            <a:extLst xmlns:a="http://schemas.openxmlformats.org/drawingml/2006/main">
              <a:ext uri="{FF2B5EF4-FFF2-40B4-BE49-F238E27FC236}">
                <a16:creationId xmlns:a16="http://schemas.microsoft.com/office/drawing/2014/main" id="{C9F553BE-3B71-32C2-58CA-C66DA355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609" y="2631239"/>
            <a:ext cx="3146216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/>
            </a:defPPr>
            <a:lvl1pPr algn="ctr">
              <a:lnSpc>
                <a:spcPct val="130000"/>
              </a:lnSpc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 Semibold"/>
                <a:ea typeface="Microsoft YaHei Semibold"/>
                <a:cs typeface="Microsoft YaHei Semibold"/>
              </a:defRPr>
            </a:lvl1pPr>
            <a:lvl2pPr>
              <a:defRPr sz="1650"/>
            </a:lvl2pPr>
            <a:lvl3pPr>
              <a:defRPr sz="165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 xmlns:a="http://schemas.openxmlformats.org/drawingml/2006/main">
            <a:pPr algn="r">
              <a:buNone/>
            </a:pPr>
            <a:r>
              <a:rPr sz="1650">
                <a:solidFill>
                  <a:schemeClr val="tx1">
                    <a:lumMod val="65000"/>
                    <a:lumOff val="35000"/>
                  </a:schemeClr>
                </a:solidFill>
              </a:rPr>
              <a:t>面向刚开始制作产品短视频、需要事实依据与时长约束的创作者。</a:t>
            </a:r>
          </a:p>
        </p:txBody>
      </p:sp>
      <p:sp>
        <p:nvSpPr>
          <p:cNvPr id="185" name="文本框 184">
            <a:extLst xmlns:a="http://schemas.openxmlformats.org/drawingml/2006/main">
              <a:ext uri="{FF2B5EF4-FFF2-40B4-BE49-F238E27FC236}">
                <a16:creationId xmlns:a16="http://schemas.microsoft.com/office/drawing/2014/main" id="{650F15DA-D459-545D-433A-CD5925B7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609" y="4799414"/>
            <a:ext cx="3146216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/>
            </a:defPPr>
            <a:lvl1pPr algn="ctr">
              <a:lnSpc>
                <a:spcPct val="130000"/>
              </a:lnSpc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 Semibold"/>
                <a:ea typeface="Microsoft YaHei Semibold"/>
                <a:cs typeface="Microsoft YaHei Semibold"/>
              </a:defRPr>
            </a:lvl1pPr>
            <a:lvl2pPr>
              <a:defRPr sz="1650"/>
            </a:lvl2pPr>
            <a:lvl3pPr>
              <a:defRPr sz="165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 xmlns:a="http://schemas.openxmlformats.org/drawingml/2006/main">
            <a:pPr algn="r">
              <a:buNone/>
            </a:pPr>
            <a:r>
              <a:rPr sz="1650">
                <a:solidFill>
                  <a:schemeClr val="tx1">
                    <a:lumMod val="65000"/>
                    <a:lumOff val="35000"/>
                  </a:schemeClr>
                </a:solidFill>
              </a:rPr>
              <a:t>根据工具结果选择补查、改稿或追问，必要时停止。</a:t>
            </a:r>
          </a:p>
        </p:txBody>
      </p:sp>
      <p:sp>
        <p:nvSpPr>
          <p:cNvPr id="186" name="文本框 185">
            <a:extLst xmlns:a="http://schemas.openxmlformats.org/drawingml/2006/main">
              <a:ext uri="{FF2B5EF4-FFF2-40B4-BE49-F238E27FC236}">
                <a16:creationId xmlns:a16="http://schemas.microsoft.com/office/drawing/2014/main" id="{2CB1BE63-9AE8-7339-2B3A-4510CEA6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856" y="4361971"/>
            <a:ext cx="2268969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0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工具反馈驱动决策</a:t>
            </a:r>
          </a:p>
        </p:txBody>
      </p:sp>
      <p:sp>
        <p:nvSpPr>
          <p:cNvPr id="189" name="文本框 188">
            <a:extLst xmlns:a="http://schemas.openxmlformats.org/drawingml/2006/main">
              <a:ext uri="{FF2B5EF4-FFF2-40B4-BE49-F238E27FC236}">
                <a16:creationId xmlns:a16="http://schemas.microsoft.com/office/drawing/2014/main" id="{C3428D12-9B5B-4369-05EA-7719456D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597" y="2631239"/>
            <a:ext cx="3146216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/>
            </a:defPPr>
            <a:lvl1pPr algn="ctr">
              <a:lnSpc>
                <a:spcPct val="130000"/>
              </a:lnSpc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 Semibold"/>
                <a:ea typeface="Microsoft YaHei Semibold"/>
                <a:cs typeface="Microsoft YaHei Semibold"/>
              </a:defRPr>
            </a:lvl1pPr>
            <a:lvl2pPr>
              <a:defRPr sz="1650"/>
            </a:lvl2pPr>
            <a:lvl3pPr>
              <a:defRPr sz="165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 xmlns:a="http://schemas.openxmlformats.org/drawingml/2006/main">
            <a:pPr algn="just">
              <a:buNone/>
            </a:pPr>
            <a:r>
              <a:rPr sz="1650">
                <a:solidFill>
                  <a:schemeClr val="tx1">
                    <a:lumMod val="65000"/>
                    <a:lumOff val="35000"/>
                  </a:schemeClr>
                </a:solidFill>
              </a:rPr>
              <a:t>生成标题、画面、旁白与字幕，并逐镜头标注素材来源 ID。</a:t>
            </a:r>
          </a:p>
        </p:txBody>
      </p:sp>
      <p:sp>
        <p:nvSpPr>
          <p:cNvPr id="192" name="文本框 191">
            <a:extLst xmlns:a="http://schemas.openxmlformats.org/drawingml/2006/main">
              <a:ext uri="{FF2B5EF4-FFF2-40B4-BE49-F238E27FC236}">
                <a16:creationId xmlns:a16="http://schemas.microsoft.com/office/drawing/2014/main" id="{EFEB1201-39E7-D404-2AB5-D0FDFC23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597" y="4799414"/>
            <a:ext cx="3146216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/>
            </a:defPPr>
            <a:lvl1pPr algn="ctr">
              <a:lnSpc>
                <a:spcPct val="130000"/>
              </a:lnSpc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 Semibold"/>
                <a:ea typeface="Microsoft YaHei Semibold"/>
                <a:cs typeface="Microsoft YaHei Semibold"/>
              </a:defRPr>
            </a:lvl1pPr>
            <a:lvl2pPr>
              <a:defRPr sz="1650"/>
            </a:lvl2pPr>
            <a:lvl3pPr>
              <a:defRPr sz="165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 xmlns:a="http://schemas.openxmlformats.org/drawingml/2006/main">
            <a:pPr algn="just">
              <a:buNone/>
            </a:pPr>
            <a:r>
              <a:rPr sz="1650">
                <a:solidFill>
                  <a:schemeClr val="tx1">
                    <a:lumMod val="65000"/>
                    <a:lumOff val="35000"/>
                  </a:schemeClr>
                </a:solidFill>
              </a:rPr>
              <a:t>保存实际输入输出与 Trace。视频制作和发布由创作者继续完成。</a:t>
            </a:r>
          </a:p>
        </p:txBody>
      </p:sp>
      <p:sp>
        <p:nvSpPr>
          <p:cNvPr id="193" name="文本框 192">
            <a:extLst xmlns:a="http://schemas.openxmlformats.org/drawingml/2006/main">
              <a:ext uri="{FF2B5EF4-FFF2-40B4-BE49-F238E27FC236}">
                <a16:creationId xmlns:a16="http://schemas.microsoft.com/office/drawing/2014/main" id="{879E10D0-D511-D3EA-F716-911838D5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597" y="4361971"/>
            <a:ext cx="2268969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0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保存完整过程</a:t>
            </a:r>
          </a:p>
        </p:txBody>
      </p:sp>
      <p:sp>
        <p:nvSpPr>
          <p:cNvPr id="197" name="iconfont-10484-5114096">
            <a:extLst xmlns:a="http://schemas.openxmlformats.org/drawingml/2006/main">
              <a:ext uri="{FF2B5EF4-FFF2-40B4-BE49-F238E27FC236}">
                <a16:creationId xmlns:a16="http://schemas.microsoft.com/office/drawing/2014/main" id="{FA1D511B-1F65-2D6A-993C-ECF8A073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598" y="2981378"/>
            <a:ext cx="602059" cy="609685"/>
          </a:xfrm>
          <a:custGeom xmlns:a="http://schemas.openxmlformats.org/drawingml/2006/main">
            <a:gdLst>
              <a:gd name="T0" fmla="*/ 7558 w 11184"/>
              <a:gd name="T1" fmla="*/ 2125 h 11325"/>
              <a:gd name="T2" fmla="*/ 6347 w 11184"/>
              <a:gd name="T3" fmla="*/ 306 h 11325"/>
              <a:gd name="T4" fmla="*/ 4203 w 11184"/>
              <a:gd name="T5" fmla="*/ 729 h 11325"/>
              <a:gd name="T6" fmla="*/ 3775 w 11184"/>
              <a:gd name="T7" fmla="*/ 2872 h 11325"/>
              <a:gd name="T8" fmla="*/ 5592 w 11184"/>
              <a:gd name="T9" fmla="*/ 4087 h 11325"/>
              <a:gd name="T10" fmla="*/ 7558 w 11184"/>
              <a:gd name="T11" fmla="*/ 2125 h 11325"/>
              <a:gd name="T12" fmla="*/ 6248 w 11184"/>
              <a:gd name="T13" fmla="*/ 4087 h 11325"/>
              <a:gd name="T14" fmla="*/ 4936 w 11184"/>
              <a:gd name="T15" fmla="*/ 4087 h 11325"/>
              <a:gd name="T16" fmla="*/ 3622 w 11184"/>
              <a:gd name="T17" fmla="*/ 4409 h 11325"/>
              <a:gd name="T18" fmla="*/ 5592 w 11184"/>
              <a:gd name="T19" fmla="*/ 5225 h 11325"/>
              <a:gd name="T20" fmla="*/ 7562 w 11184"/>
              <a:gd name="T21" fmla="*/ 4409 h 11325"/>
              <a:gd name="T22" fmla="*/ 6248 w 11184"/>
              <a:gd name="T23" fmla="*/ 4087 h 11325"/>
              <a:gd name="T24" fmla="*/ 10528 w 11184"/>
              <a:gd name="T25" fmla="*/ 6053 h 11325"/>
              <a:gd name="T26" fmla="*/ 9874 w 11184"/>
              <a:gd name="T27" fmla="*/ 6707 h 11325"/>
              <a:gd name="T28" fmla="*/ 9874 w 11184"/>
              <a:gd name="T29" fmla="*/ 8019 h 11325"/>
              <a:gd name="T30" fmla="*/ 10529 w 11184"/>
              <a:gd name="T31" fmla="*/ 8639 h 11325"/>
              <a:gd name="T32" fmla="*/ 11184 w 11184"/>
              <a:gd name="T33" fmla="*/ 8019 h 11325"/>
              <a:gd name="T34" fmla="*/ 11184 w 11184"/>
              <a:gd name="T35" fmla="*/ 6707 h 11325"/>
              <a:gd name="T36" fmla="*/ 10528 w 11184"/>
              <a:gd name="T37" fmla="*/ 6053 h 11325"/>
              <a:gd name="T38" fmla="*/ 1310 w 11184"/>
              <a:gd name="T39" fmla="*/ 8019 h 11325"/>
              <a:gd name="T40" fmla="*/ 1310 w 11184"/>
              <a:gd name="T41" fmla="*/ 6707 h 11325"/>
              <a:gd name="T42" fmla="*/ 655 w 11184"/>
              <a:gd name="T43" fmla="*/ 6087 h 11325"/>
              <a:gd name="T44" fmla="*/ 0 w 11184"/>
              <a:gd name="T45" fmla="*/ 6707 h 11325"/>
              <a:gd name="T46" fmla="*/ 0 w 11184"/>
              <a:gd name="T47" fmla="*/ 8019 h 11325"/>
              <a:gd name="T48" fmla="*/ 655 w 11184"/>
              <a:gd name="T49" fmla="*/ 8639 h 11325"/>
              <a:gd name="T50" fmla="*/ 1310 w 11184"/>
              <a:gd name="T51" fmla="*/ 8019 h 11325"/>
              <a:gd name="T52" fmla="*/ 656 w 11184"/>
              <a:gd name="T53" fmla="*/ 5069 h 11325"/>
              <a:gd name="T54" fmla="*/ 656 w 11184"/>
              <a:gd name="T55" fmla="*/ 5397 h 11325"/>
              <a:gd name="T56" fmla="*/ 1966 w 11184"/>
              <a:gd name="T57" fmla="*/ 6707 h 11325"/>
              <a:gd name="T58" fmla="*/ 1966 w 11184"/>
              <a:gd name="T59" fmla="*/ 8019 h 11325"/>
              <a:gd name="T60" fmla="*/ 656 w 11184"/>
              <a:gd name="T61" fmla="*/ 9325 h 11325"/>
              <a:gd name="T62" fmla="*/ 656 w 11184"/>
              <a:gd name="T63" fmla="*/ 9653 h 11325"/>
              <a:gd name="T64" fmla="*/ 992 w 11184"/>
              <a:gd name="T65" fmla="*/ 9985 h 11325"/>
              <a:gd name="T66" fmla="*/ 5272 w 11184"/>
              <a:gd name="T67" fmla="*/ 11317 h 11325"/>
              <a:gd name="T68" fmla="*/ 5272 w 11184"/>
              <a:gd name="T69" fmla="*/ 5803 h 11325"/>
              <a:gd name="T70" fmla="*/ 992 w 11184"/>
              <a:gd name="T71" fmla="*/ 4743 h 11325"/>
              <a:gd name="T72" fmla="*/ 656 w 11184"/>
              <a:gd name="T73" fmla="*/ 5069 h 11325"/>
              <a:gd name="T74" fmla="*/ 9218 w 11184"/>
              <a:gd name="T75" fmla="*/ 8019 h 11325"/>
              <a:gd name="T76" fmla="*/ 9218 w 11184"/>
              <a:gd name="T77" fmla="*/ 6707 h 11325"/>
              <a:gd name="T78" fmla="*/ 10528 w 11184"/>
              <a:gd name="T79" fmla="*/ 5397 h 11325"/>
              <a:gd name="T80" fmla="*/ 10528 w 11184"/>
              <a:gd name="T81" fmla="*/ 5069 h 11325"/>
              <a:gd name="T82" fmla="*/ 10192 w 11184"/>
              <a:gd name="T83" fmla="*/ 4743 h 11325"/>
              <a:gd name="T84" fmla="*/ 5912 w 11184"/>
              <a:gd name="T85" fmla="*/ 5803 h 11325"/>
              <a:gd name="T86" fmla="*/ 5912 w 11184"/>
              <a:gd name="T87" fmla="*/ 11325 h 11325"/>
              <a:gd name="T88" fmla="*/ 10192 w 11184"/>
              <a:gd name="T89" fmla="*/ 9993 h 11325"/>
              <a:gd name="T90" fmla="*/ 10520 w 11184"/>
              <a:gd name="T91" fmla="*/ 9665 h 11325"/>
              <a:gd name="T92" fmla="*/ 10520 w 11184"/>
              <a:gd name="T93" fmla="*/ 9325 h 11325"/>
              <a:gd name="T94" fmla="*/ 9218 w 11184"/>
              <a:gd name="T95" fmla="*/ 8019 h 11325"/>
            </a:gdLst>
            <a:rect l="0" t="0" r="r" b="b"/>
            <a:pathLst>
              <a:path w="11184" h="11325">
                <a:moveTo>
                  <a:pt x="7558" y="2125"/>
                </a:moveTo>
                <a:cubicBezTo>
                  <a:pt x="7560" y="1329"/>
                  <a:pt x="7082" y="611"/>
                  <a:pt x="6347" y="306"/>
                </a:cubicBezTo>
                <a:cubicBezTo>
                  <a:pt x="5613" y="0"/>
                  <a:pt x="4766" y="168"/>
                  <a:pt x="4203" y="729"/>
                </a:cubicBezTo>
                <a:cubicBezTo>
                  <a:pt x="3640" y="1291"/>
                  <a:pt x="3471" y="2137"/>
                  <a:pt x="3775" y="2872"/>
                </a:cubicBezTo>
                <a:cubicBezTo>
                  <a:pt x="4079" y="3608"/>
                  <a:pt x="4796" y="4087"/>
                  <a:pt x="5592" y="4087"/>
                </a:cubicBezTo>
                <a:cubicBezTo>
                  <a:pt x="6671" y="4075"/>
                  <a:pt x="7544" y="3204"/>
                  <a:pt x="7558" y="2125"/>
                </a:cubicBezTo>
                <a:close/>
                <a:moveTo>
                  <a:pt x="6248" y="4087"/>
                </a:moveTo>
                <a:lnTo>
                  <a:pt x="4936" y="4087"/>
                </a:lnTo>
                <a:cubicBezTo>
                  <a:pt x="4479" y="4091"/>
                  <a:pt x="4029" y="4201"/>
                  <a:pt x="3622" y="4409"/>
                </a:cubicBezTo>
                <a:cubicBezTo>
                  <a:pt x="4311" y="4594"/>
                  <a:pt x="4973" y="4869"/>
                  <a:pt x="5592" y="5225"/>
                </a:cubicBezTo>
                <a:cubicBezTo>
                  <a:pt x="6211" y="4869"/>
                  <a:pt x="6873" y="4594"/>
                  <a:pt x="7562" y="4409"/>
                </a:cubicBezTo>
                <a:cubicBezTo>
                  <a:pt x="7155" y="4201"/>
                  <a:pt x="6705" y="4091"/>
                  <a:pt x="6248" y="4087"/>
                </a:cubicBezTo>
                <a:close/>
                <a:moveTo>
                  <a:pt x="10528" y="6053"/>
                </a:moveTo>
                <a:cubicBezTo>
                  <a:pt x="10167" y="6053"/>
                  <a:pt x="9874" y="6346"/>
                  <a:pt x="9874" y="6707"/>
                </a:cubicBezTo>
                <a:lnTo>
                  <a:pt x="9874" y="8019"/>
                </a:lnTo>
                <a:cubicBezTo>
                  <a:pt x="9893" y="8367"/>
                  <a:pt x="10181" y="8639"/>
                  <a:pt x="10529" y="8639"/>
                </a:cubicBezTo>
                <a:cubicBezTo>
                  <a:pt x="10877" y="8639"/>
                  <a:pt x="11165" y="8367"/>
                  <a:pt x="11184" y="8019"/>
                </a:cubicBezTo>
                <a:lnTo>
                  <a:pt x="11184" y="6707"/>
                </a:lnTo>
                <a:cubicBezTo>
                  <a:pt x="11183" y="6345"/>
                  <a:pt x="10890" y="6053"/>
                  <a:pt x="10528" y="6053"/>
                </a:cubicBezTo>
                <a:close/>
                <a:moveTo>
                  <a:pt x="1310" y="8019"/>
                </a:moveTo>
                <a:lnTo>
                  <a:pt x="1310" y="6707"/>
                </a:lnTo>
                <a:cubicBezTo>
                  <a:pt x="1291" y="6359"/>
                  <a:pt x="1003" y="6087"/>
                  <a:pt x="655" y="6087"/>
                </a:cubicBezTo>
                <a:cubicBezTo>
                  <a:pt x="307" y="6087"/>
                  <a:pt x="19" y="6359"/>
                  <a:pt x="0" y="6707"/>
                </a:cubicBezTo>
                <a:lnTo>
                  <a:pt x="0" y="8019"/>
                </a:lnTo>
                <a:cubicBezTo>
                  <a:pt x="19" y="8367"/>
                  <a:pt x="307" y="8639"/>
                  <a:pt x="655" y="8639"/>
                </a:cubicBezTo>
                <a:cubicBezTo>
                  <a:pt x="1003" y="8639"/>
                  <a:pt x="1291" y="8367"/>
                  <a:pt x="1310" y="8019"/>
                </a:cubicBezTo>
                <a:close/>
                <a:moveTo>
                  <a:pt x="656" y="5069"/>
                </a:moveTo>
                <a:lnTo>
                  <a:pt x="656" y="5397"/>
                </a:lnTo>
                <a:cubicBezTo>
                  <a:pt x="1379" y="5398"/>
                  <a:pt x="1965" y="5984"/>
                  <a:pt x="1966" y="6707"/>
                </a:cubicBezTo>
                <a:lnTo>
                  <a:pt x="1966" y="8019"/>
                </a:lnTo>
                <a:cubicBezTo>
                  <a:pt x="1963" y="8740"/>
                  <a:pt x="1377" y="9324"/>
                  <a:pt x="656" y="9325"/>
                </a:cubicBezTo>
                <a:lnTo>
                  <a:pt x="656" y="9653"/>
                </a:lnTo>
                <a:cubicBezTo>
                  <a:pt x="654" y="9839"/>
                  <a:pt x="806" y="9990"/>
                  <a:pt x="992" y="9985"/>
                </a:cubicBezTo>
                <a:cubicBezTo>
                  <a:pt x="2670" y="9985"/>
                  <a:pt x="4014" y="10515"/>
                  <a:pt x="5272" y="11317"/>
                </a:cubicBezTo>
                <a:lnTo>
                  <a:pt x="5272" y="5803"/>
                </a:lnTo>
                <a:cubicBezTo>
                  <a:pt x="3992" y="5079"/>
                  <a:pt x="2642" y="4743"/>
                  <a:pt x="992" y="4743"/>
                </a:cubicBezTo>
                <a:cubicBezTo>
                  <a:pt x="808" y="4737"/>
                  <a:pt x="656" y="4885"/>
                  <a:pt x="656" y="5069"/>
                </a:cubicBezTo>
                <a:close/>
                <a:moveTo>
                  <a:pt x="9218" y="8019"/>
                </a:moveTo>
                <a:lnTo>
                  <a:pt x="9218" y="6707"/>
                </a:lnTo>
                <a:cubicBezTo>
                  <a:pt x="9219" y="5984"/>
                  <a:pt x="9805" y="5398"/>
                  <a:pt x="10528" y="5397"/>
                </a:cubicBezTo>
                <a:lnTo>
                  <a:pt x="10528" y="5069"/>
                </a:lnTo>
                <a:cubicBezTo>
                  <a:pt x="10528" y="4885"/>
                  <a:pt x="10376" y="4737"/>
                  <a:pt x="10192" y="4743"/>
                </a:cubicBezTo>
                <a:cubicBezTo>
                  <a:pt x="8534" y="4743"/>
                  <a:pt x="7176" y="5079"/>
                  <a:pt x="5912" y="5803"/>
                </a:cubicBezTo>
                <a:lnTo>
                  <a:pt x="5912" y="11325"/>
                </a:lnTo>
                <a:cubicBezTo>
                  <a:pt x="7170" y="10525"/>
                  <a:pt x="8512" y="9993"/>
                  <a:pt x="10192" y="9993"/>
                </a:cubicBezTo>
                <a:cubicBezTo>
                  <a:pt x="10373" y="9993"/>
                  <a:pt x="10520" y="9846"/>
                  <a:pt x="10520" y="9665"/>
                </a:cubicBezTo>
                <a:lnTo>
                  <a:pt x="10520" y="9325"/>
                </a:lnTo>
                <a:cubicBezTo>
                  <a:pt x="9802" y="9320"/>
                  <a:pt x="9221" y="8737"/>
                  <a:pt x="9218" y="8019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8" name="book-with-bookmark_66127">
            <a:extLst xmlns:a="http://schemas.openxmlformats.org/drawingml/2006/main">
              <a:ext uri="{FF2B5EF4-FFF2-40B4-BE49-F238E27FC236}">
                <a16:creationId xmlns:a16="http://schemas.microsoft.com/office/drawing/2014/main" id="{0175BABB-1DC8-8493-26C2-50B714D7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785" y="4459583"/>
            <a:ext cx="609685" cy="450769"/>
          </a:xfrm>
          <a:custGeom xmlns:a="http://schemas.openxmlformats.org/drawingml/2006/main">
            <a:gdLst>
              <a:gd name="connsiteX0" fmla="*/ 151125 w 609401"/>
              <a:gd name="connsiteY0" fmla="*/ 391073 h 450560"/>
              <a:gd name="connsiteX1" fmla="*/ 304699 w 609401"/>
              <a:gd name="connsiteY1" fmla="*/ 406374 h 450560"/>
              <a:gd name="connsiteX2" fmla="*/ 458274 w 609401"/>
              <a:gd name="connsiteY2" fmla="*/ 391073 h 450560"/>
              <a:gd name="connsiteX3" fmla="*/ 591092 w 609401"/>
              <a:gd name="connsiteY3" fmla="*/ 401435 h 450560"/>
              <a:gd name="connsiteX4" fmla="*/ 591415 w 609401"/>
              <a:gd name="connsiteY4" fmla="*/ 401489 h 450560"/>
              <a:gd name="connsiteX5" fmla="*/ 594964 w 609401"/>
              <a:gd name="connsiteY5" fmla="*/ 402240 h 450560"/>
              <a:gd name="connsiteX6" fmla="*/ 609052 w 609401"/>
              <a:gd name="connsiteY6" fmla="*/ 423286 h 450560"/>
              <a:gd name="connsiteX7" fmla="*/ 607708 w 609401"/>
              <a:gd name="connsiteY7" fmla="*/ 430266 h 450560"/>
              <a:gd name="connsiteX8" fmla="*/ 586629 w 609401"/>
              <a:gd name="connsiteY8" fmla="*/ 444386 h 450560"/>
              <a:gd name="connsiteX9" fmla="*/ 583134 w 609401"/>
              <a:gd name="connsiteY9" fmla="*/ 443688 h 450560"/>
              <a:gd name="connsiteX10" fmla="*/ 458274 w 609401"/>
              <a:gd name="connsiteY10" fmla="*/ 434078 h 450560"/>
              <a:gd name="connsiteX11" fmla="*/ 312012 w 609401"/>
              <a:gd name="connsiteY11" fmla="*/ 449271 h 450560"/>
              <a:gd name="connsiteX12" fmla="*/ 304699 w 609401"/>
              <a:gd name="connsiteY12" fmla="*/ 450560 h 450560"/>
              <a:gd name="connsiteX13" fmla="*/ 297386 w 609401"/>
              <a:gd name="connsiteY13" fmla="*/ 449271 h 450560"/>
              <a:gd name="connsiteX14" fmla="*/ 151125 w 609401"/>
              <a:gd name="connsiteY14" fmla="*/ 434078 h 450560"/>
              <a:gd name="connsiteX15" fmla="*/ 26318 w 609401"/>
              <a:gd name="connsiteY15" fmla="*/ 443688 h 450560"/>
              <a:gd name="connsiteX16" fmla="*/ 22823 w 609401"/>
              <a:gd name="connsiteY16" fmla="*/ 444386 h 450560"/>
              <a:gd name="connsiteX17" fmla="*/ 1744 w 609401"/>
              <a:gd name="connsiteY17" fmla="*/ 430266 h 450560"/>
              <a:gd name="connsiteX18" fmla="*/ 346 w 609401"/>
              <a:gd name="connsiteY18" fmla="*/ 423286 h 450560"/>
              <a:gd name="connsiteX19" fmla="*/ 14488 w 609401"/>
              <a:gd name="connsiteY19" fmla="*/ 402240 h 450560"/>
              <a:gd name="connsiteX20" fmla="*/ 17983 w 609401"/>
              <a:gd name="connsiteY20" fmla="*/ 401489 h 450560"/>
              <a:gd name="connsiteX21" fmla="*/ 18360 w 609401"/>
              <a:gd name="connsiteY21" fmla="*/ 401435 h 450560"/>
              <a:gd name="connsiteX22" fmla="*/ 151125 w 609401"/>
              <a:gd name="connsiteY22" fmla="*/ 391073 h 450560"/>
              <a:gd name="connsiteX23" fmla="*/ 409876 w 609401"/>
              <a:gd name="connsiteY23" fmla="*/ 2188 h 450560"/>
              <a:gd name="connsiteX24" fmla="*/ 409876 w 609401"/>
              <a:gd name="connsiteY24" fmla="*/ 95506 h 450560"/>
              <a:gd name="connsiteX25" fmla="*/ 426869 w 609401"/>
              <a:gd name="connsiteY25" fmla="*/ 104205 h 450560"/>
              <a:gd name="connsiteX26" fmla="*/ 451069 w 609401"/>
              <a:gd name="connsiteY26" fmla="*/ 87023 h 450560"/>
              <a:gd name="connsiteX27" fmla="*/ 463545 w 609401"/>
              <a:gd name="connsiteY27" fmla="*/ 87023 h 450560"/>
              <a:gd name="connsiteX28" fmla="*/ 487691 w 609401"/>
              <a:gd name="connsiteY28" fmla="*/ 104205 h 450560"/>
              <a:gd name="connsiteX29" fmla="*/ 504684 w 609401"/>
              <a:gd name="connsiteY29" fmla="*/ 95506 h 450560"/>
              <a:gd name="connsiteX30" fmla="*/ 504684 w 609401"/>
              <a:gd name="connsiteY30" fmla="*/ 3208 h 450560"/>
              <a:gd name="connsiteX31" fmla="*/ 588845 w 609401"/>
              <a:gd name="connsiteY31" fmla="*/ 21464 h 450560"/>
              <a:gd name="connsiteX32" fmla="*/ 601321 w 609401"/>
              <a:gd name="connsiteY32" fmla="*/ 38484 h 450560"/>
              <a:gd name="connsiteX33" fmla="*/ 601321 w 609401"/>
              <a:gd name="connsiteY33" fmla="*/ 360589 h 450560"/>
              <a:gd name="connsiteX34" fmla="*/ 583467 w 609401"/>
              <a:gd name="connsiteY34" fmla="*/ 378469 h 450560"/>
              <a:gd name="connsiteX35" fmla="*/ 579703 w 609401"/>
              <a:gd name="connsiteY35" fmla="*/ 378039 h 450560"/>
              <a:gd name="connsiteX36" fmla="*/ 453005 w 609401"/>
              <a:gd name="connsiteY36" fmla="*/ 367623 h 450560"/>
              <a:gd name="connsiteX37" fmla="*/ 316519 w 609401"/>
              <a:gd name="connsiteY37" fmla="*/ 380348 h 450560"/>
              <a:gd name="connsiteX38" fmla="*/ 316519 w 609401"/>
              <a:gd name="connsiteY38" fmla="*/ 21625 h 450560"/>
              <a:gd name="connsiteX39" fmla="*/ 409876 w 609401"/>
              <a:gd name="connsiteY39" fmla="*/ 2188 h 450560"/>
              <a:gd name="connsiteX40" fmla="*/ 156447 w 609401"/>
              <a:gd name="connsiteY40" fmla="*/ 0 h 450560"/>
              <a:gd name="connsiteX41" fmla="*/ 292879 w 609401"/>
              <a:gd name="connsiteY41" fmla="*/ 21641 h 450560"/>
              <a:gd name="connsiteX42" fmla="*/ 292879 w 609401"/>
              <a:gd name="connsiteY42" fmla="*/ 380347 h 450560"/>
              <a:gd name="connsiteX43" fmla="*/ 156447 w 609401"/>
              <a:gd name="connsiteY43" fmla="*/ 367567 h 450560"/>
              <a:gd name="connsiteX44" fmla="*/ 29749 w 609401"/>
              <a:gd name="connsiteY44" fmla="*/ 378038 h 450560"/>
              <a:gd name="connsiteX45" fmla="*/ 25931 w 609401"/>
              <a:gd name="connsiteY45" fmla="*/ 378468 h 450560"/>
              <a:gd name="connsiteX46" fmla="*/ 8077 w 609401"/>
              <a:gd name="connsiteY46" fmla="*/ 360586 h 450560"/>
              <a:gd name="connsiteX47" fmla="*/ 8077 w 609401"/>
              <a:gd name="connsiteY47" fmla="*/ 38502 h 450560"/>
              <a:gd name="connsiteX48" fmla="*/ 20553 w 609401"/>
              <a:gd name="connsiteY48" fmla="*/ 21479 h 450560"/>
              <a:gd name="connsiteX49" fmla="*/ 156447 w 609401"/>
              <a:gd name="connsiteY49" fmla="*/ 0 h 450560"/>
            </a:gdLst>
            <a:rect l="l" t="t" r="r" b="b"/>
            <a:pathLst>
              <a:path w="609401" h="450560">
                <a:moveTo>
                  <a:pt x="151125" y="391073"/>
                </a:moveTo>
                <a:cubicBezTo>
                  <a:pt x="214953" y="391073"/>
                  <a:pt x="272543" y="396871"/>
                  <a:pt x="304699" y="406374"/>
                </a:cubicBezTo>
                <a:cubicBezTo>
                  <a:pt x="336909" y="396871"/>
                  <a:pt x="394500" y="391073"/>
                  <a:pt x="458274" y="391073"/>
                </a:cubicBezTo>
                <a:cubicBezTo>
                  <a:pt x="509197" y="391073"/>
                  <a:pt x="557538" y="394831"/>
                  <a:pt x="591092" y="401435"/>
                </a:cubicBezTo>
                <a:cubicBezTo>
                  <a:pt x="591200" y="401435"/>
                  <a:pt x="591307" y="401489"/>
                  <a:pt x="591415" y="401489"/>
                </a:cubicBezTo>
                <a:lnTo>
                  <a:pt x="594964" y="402240"/>
                </a:lnTo>
                <a:cubicBezTo>
                  <a:pt x="604697" y="404173"/>
                  <a:pt x="610988" y="413622"/>
                  <a:pt x="609052" y="423286"/>
                </a:cubicBezTo>
                <a:lnTo>
                  <a:pt x="607708" y="430266"/>
                </a:lnTo>
                <a:cubicBezTo>
                  <a:pt x="605772" y="440037"/>
                  <a:pt x="596308" y="446319"/>
                  <a:pt x="586629" y="444386"/>
                </a:cubicBezTo>
                <a:lnTo>
                  <a:pt x="583134" y="443688"/>
                </a:lnTo>
                <a:cubicBezTo>
                  <a:pt x="552215" y="437567"/>
                  <a:pt x="506669" y="434078"/>
                  <a:pt x="458274" y="434078"/>
                </a:cubicBezTo>
                <a:cubicBezTo>
                  <a:pt x="386219" y="434078"/>
                  <a:pt x="332876" y="441755"/>
                  <a:pt x="312012" y="449271"/>
                </a:cubicBezTo>
                <a:cubicBezTo>
                  <a:pt x="309646" y="450130"/>
                  <a:pt x="307173" y="450560"/>
                  <a:pt x="304699" y="450560"/>
                </a:cubicBezTo>
                <a:cubicBezTo>
                  <a:pt x="302279" y="450560"/>
                  <a:pt x="299752" y="450130"/>
                  <a:pt x="297386" y="449271"/>
                </a:cubicBezTo>
                <a:cubicBezTo>
                  <a:pt x="276522" y="441648"/>
                  <a:pt x="223180" y="434078"/>
                  <a:pt x="151125" y="434078"/>
                </a:cubicBezTo>
                <a:cubicBezTo>
                  <a:pt x="102729" y="434078"/>
                  <a:pt x="57238" y="437567"/>
                  <a:pt x="26318" y="443688"/>
                </a:cubicBezTo>
                <a:lnTo>
                  <a:pt x="22823" y="444386"/>
                </a:lnTo>
                <a:cubicBezTo>
                  <a:pt x="13036" y="446319"/>
                  <a:pt x="3680" y="439930"/>
                  <a:pt x="1744" y="430266"/>
                </a:cubicBezTo>
                <a:lnTo>
                  <a:pt x="346" y="423286"/>
                </a:lnTo>
                <a:cubicBezTo>
                  <a:pt x="-1590" y="413515"/>
                  <a:pt x="4809" y="404173"/>
                  <a:pt x="14488" y="402240"/>
                </a:cubicBezTo>
                <a:lnTo>
                  <a:pt x="17983" y="401489"/>
                </a:lnTo>
                <a:cubicBezTo>
                  <a:pt x="18145" y="401489"/>
                  <a:pt x="18199" y="401435"/>
                  <a:pt x="18360" y="401435"/>
                </a:cubicBezTo>
                <a:cubicBezTo>
                  <a:pt x="51860" y="394831"/>
                  <a:pt x="100256" y="391073"/>
                  <a:pt x="151125" y="391073"/>
                </a:cubicBezTo>
                <a:close/>
                <a:moveTo>
                  <a:pt x="409876" y="2188"/>
                </a:moveTo>
                <a:lnTo>
                  <a:pt x="409876" y="95506"/>
                </a:lnTo>
                <a:cubicBezTo>
                  <a:pt x="409876" y="104205"/>
                  <a:pt x="419771" y="109306"/>
                  <a:pt x="426869" y="104205"/>
                </a:cubicBezTo>
                <a:lnTo>
                  <a:pt x="451069" y="87023"/>
                </a:lnTo>
                <a:cubicBezTo>
                  <a:pt x="454779" y="84392"/>
                  <a:pt x="459781" y="84392"/>
                  <a:pt x="463545" y="87023"/>
                </a:cubicBezTo>
                <a:lnTo>
                  <a:pt x="487691" y="104205"/>
                </a:lnTo>
                <a:cubicBezTo>
                  <a:pt x="494789" y="109306"/>
                  <a:pt x="504684" y="104205"/>
                  <a:pt x="504684" y="95506"/>
                </a:cubicBezTo>
                <a:lnTo>
                  <a:pt x="504684" y="3208"/>
                </a:lnTo>
                <a:cubicBezTo>
                  <a:pt x="542328" y="7879"/>
                  <a:pt x="572820" y="16309"/>
                  <a:pt x="588845" y="21464"/>
                </a:cubicBezTo>
                <a:cubicBezTo>
                  <a:pt x="596320" y="23826"/>
                  <a:pt x="601321" y="30699"/>
                  <a:pt x="601321" y="38484"/>
                </a:cubicBezTo>
                <a:lnTo>
                  <a:pt x="601321" y="360589"/>
                </a:lnTo>
                <a:cubicBezTo>
                  <a:pt x="601321" y="370683"/>
                  <a:pt x="593093" y="378469"/>
                  <a:pt x="583467" y="378469"/>
                </a:cubicBezTo>
                <a:cubicBezTo>
                  <a:pt x="582177" y="378469"/>
                  <a:pt x="580994" y="378361"/>
                  <a:pt x="579703" y="378039"/>
                </a:cubicBezTo>
                <a:cubicBezTo>
                  <a:pt x="549803" y="371596"/>
                  <a:pt x="504093" y="367623"/>
                  <a:pt x="453005" y="367623"/>
                </a:cubicBezTo>
                <a:cubicBezTo>
                  <a:pt x="396001" y="367623"/>
                  <a:pt x="345774" y="372670"/>
                  <a:pt x="316519" y="380348"/>
                </a:cubicBezTo>
                <a:lnTo>
                  <a:pt x="316519" y="21625"/>
                </a:lnTo>
                <a:cubicBezTo>
                  <a:pt x="333674" y="16094"/>
                  <a:pt x="367822" y="6591"/>
                  <a:pt x="409876" y="2188"/>
                </a:cubicBezTo>
                <a:close/>
                <a:moveTo>
                  <a:pt x="156447" y="0"/>
                </a:moveTo>
                <a:cubicBezTo>
                  <a:pt x="217699" y="0"/>
                  <a:pt x="270239" y="14391"/>
                  <a:pt x="292879" y="21641"/>
                </a:cubicBezTo>
                <a:lnTo>
                  <a:pt x="292879" y="380347"/>
                </a:lnTo>
                <a:cubicBezTo>
                  <a:pt x="263625" y="372668"/>
                  <a:pt x="213451" y="367567"/>
                  <a:pt x="156447" y="367567"/>
                </a:cubicBezTo>
                <a:cubicBezTo>
                  <a:pt x="105306" y="367567"/>
                  <a:pt x="59703" y="371648"/>
                  <a:pt x="29749" y="378038"/>
                </a:cubicBezTo>
                <a:cubicBezTo>
                  <a:pt x="28459" y="378306"/>
                  <a:pt x="27168" y="378468"/>
                  <a:pt x="25931" y="378468"/>
                </a:cubicBezTo>
                <a:cubicBezTo>
                  <a:pt x="16359" y="378468"/>
                  <a:pt x="8077" y="370681"/>
                  <a:pt x="8077" y="360586"/>
                </a:cubicBezTo>
                <a:lnTo>
                  <a:pt x="8077" y="38502"/>
                </a:lnTo>
                <a:cubicBezTo>
                  <a:pt x="8077" y="30716"/>
                  <a:pt x="13132" y="23842"/>
                  <a:pt x="20553" y="21479"/>
                </a:cubicBezTo>
                <a:cubicBezTo>
                  <a:pt x="43516" y="14176"/>
                  <a:pt x="95733" y="0"/>
                  <a:pt x="156447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0" name="worldwide_201781">
            <a:extLst xmlns:a="http://schemas.openxmlformats.org/drawingml/2006/main">
              <a:ext uri="{FF2B5EF4-FFF2-40B4-BE49-F238E27FC236}">
                <a16:creationId xmlns:a16="http://schemas.microsoft.com/office/drawing/2014/main" id="{9485A0FF-6AA3-D2F8-F48C-731CA392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45" y="2981378"/>
            <a:ext cx="602059" cy="609685"/>
          </a:xfrm>
          <a:custGeom xmlns:a="http://schemas.openxmlformats.org/drawingml/2006/main">
            <a:gdLst>
              <a:gd name="connsiteX0" fmla="*/ 431717 w 605310"/>
              <a:gd name="connsiteY0" fmla="*/ 453242 h 604322"/>
              <a:gd name="connsiteX1" fmla="*/ 388072 w 605310"/>
              <a:gd name="connsiteY1" fmla="*/ 539011 h 604322"/>
              <a:gd name="connsiteX2" fmla="*/ 504326 w 605310"/>
              <a:gd name="connsiteY2" fmla="*/ 453242 h 604322"/>
              <a:gd name="connsiteX3" fmla="*/ 319502 w 605310"/>
              <a:gd name="connsiteY3" fmla="*/ 453242 h 604322"/>
              <a:gd name="connsiteX4" fmla="*/ 319502 w 605310"/>
              <a:gd name="connsiteY4" fmla="*/ 551208 h 604322"/>
              <a:gd name="connsiteX5" fmla="*/ 396052 w 605310"/>
              <a:gd name="connsiteY5" fmla="*/ 453242 h 604322"/>
              <a:gd name="connsiteX6" fmla="*/ 209258 w 605310"/>
              <a:gd name="connsiteY6" fmla="*/ 453242 h 604322"/>
              <a:gd name="connsiteX7" fmla="*/ 285808 w 605310"/>
              <a:gd name="connsiteY7" fmla="*/ 551208 h 604322"/>
              <a:gd name="connsiteX8" fmla="*/ 285808 w 605310"/>
              <a:gd name="connsiteY8" fmla="*/ 453242 h 604322"/>
              <a:gd name="connsiteX9" fmla="*/ 100984 w 605310"/>
              <a:gd name="connsiteY9" fmla="*/ 453242 h 604322"/>
              <a:gd name="connsiteX10" fmla="*/ 217238 w 605310"/>
              <a:gd name="connsiteY10" fmla="*/ 539011 h 604322"/>
              <a:gd name="connsiteX11" fmla="*/ 173593 w 605310"/>
              <a:gd name="connsiteY11" fmla="*/ 453242 h 604322"/>
              <a:gd name="connsiteX12" fmla="*/ 453687 w 605310"/>
              <a:gd name="connsiteY12" fmla="*/ 318981 h 604322"/>
              <a:gd name="connsiteX13" fmla="*/ 440978 w 605310"/>
              <a:gd name="connsiteY13" fmla="*/ 419701 h 604322"/>
              <a:gd name="connsiteX14" fmla="*/ 525607 w 605310"/>
              <a:gd name="connsiteY14" fmla="*/ 419701 h 604322"/>
              <a:gd name="connsiteX15" fmla="*/ 554276 w 605310"/>
              <a:gd name="connsiteY15" fmla="*/ 318981 h 604322"/>
              <a:gd name="connsiteX16" fmla="*/ 319502 w 605310"/>
              <a:gd name="connsiteY16" fmla="*/ 318981 h 604322"/>
              <a:gd name="connsiteX17" fmla="*/ 319502 w 605310"/>
              <a:gd name="connsiteY17" fmla="*/ 419701 h 604322"/>
              <a:gd name="connsiteX18" fmla="*/ 406200 w 605310"/>
              <a:gd name="connsiteY18" fmla="*/ 419701 h 604322"/>
              <a:gd name="connsiteX19" fmla="*/ 420091 w 605310"/>
              <a:gd name="connsiteY19" fmla="*/ 318981 h 604322"/>
              <a:gd name="connsiteX20" fmla="*/ 185219 w 605310"/>
              <a:gd name="connsiteY20" fmla="*/ 318981 h 604322"/>
              <a:gd name="connsiteX21" fmla="*/ 199110 w 605310"/>
              <a:gd name="connsiteY21" fmla="*/ 419701 h 604322"/>
              <a:gd name="connsiteX22" fmla="*/ 285808 w 605310"/>
              <a:gd name="connsiteY22" fmla="*/ 419701 h 604322"/>
              <a:gd name="connsiteX23" fmla="*/ 285808 w 605310"/>
              <a:gd name="connsiteY23" fmla="*/ 318981 h 604322"/>
              <a:gd name="connsiteX24" fmla="*/ 51034 w 605310"/>
              <a:gd name="connsiteY24" fmla="*/ 318981 h 604322"/>
              <a:gd name="connsiteX25" fmla="*/ 79703 w 605310"/>
              <a:gd name="connsiteY25" fmla="*/ 419701 h 604322"/>
              <a:gd name="connsiteX26" fmla="*/ 164332 w 605310"/>
              <a:gd name="connsiteY26" fmla="*/ 419701 h 604322"/>
              <a:gd name="connsiteX27" fmla="*/ 151623 w 605310"/>
              <a:gd name="connsiteY27" fmla="*/ 318981 h 604322"/>
              <a:gd name="connsiteX28" fmla="*/ 541764 w 605310"/>
              <a:gd name="connsiteY28" fmla="*/ 222195 h 604322"/>
              <a:gd name="connsiteX29" fmla="*/ 489253 w 605310"/>
              <a:gd name="connsiteY29" fmla="*/ 285342 h 604322"/>
              <a:gd name="connsiteX30" fmla="*/ 554276 w 605310"/>
              <a:gd name="connsiteY30" fmla="*/ 285342 h 604322"/>
              <a:gd name="connsiteX31" fmla="*/ 541764 w 605310"/>
              <a:gd name="connsiteY31" fmla="*/ 222195 h 604322"/>
              <a:gd name="connsiteX32" fmla="*/ 319502 w 605310"/>
              <a:gd name="connsiteY32" fmla="*/ 184621 h 604322"/>
              <a:gd name="connsiteX33" fmla="*/ 319502 w 605310"/>
              <a:gd name="connsiteY33" fmla="*/ 285342 h 604322"/>
              <a:gd name="connsiteX34" fmla="*/ 420091 w 605310"/>
              <a:gd name="connsiteY34" fmla="*/ 285342 h 604322"/>
              <a:gd name="connsiteX35" fmla="*/ 417234 w 605310"/>
              <a:gd name="connsiteY35" fmla="*/ 246489 h 604322"/>
              <a:gd name="connsiteX36" fmla="*/ 379107 w 605310"/>
              <a:gd name="connsiteY36" fmla="*/ 184621 h 604322"/>
              <a:gd name="connsiteX37" fmla="*/ 199110 w 605310"/>
              <a:gd name="connsiteY37" fmla="*/ 184621 h 604322"/>
              <a:gd name="connsiteX38" fmla="*/ 185219 w 605310"/>
              <a:gd name="connsiteY38" fmla="*/ 285342 h 604322"/>
              <a:gd name="connsiteX39" fmla="*/ 285808 w 605310"/>
              <a:gd name="connsiteY39" fmla="*/ 285342 h 604322"/>
              <a:gd name="connsiteX40" fmla="*/ 285808 w 605310"/>
              <a:gd name="connsiteY40" fmla="*/ 184621 h 604322"/>
              <a:gd name="connsiteX41" fmla="*/ 79703 w 605310"/>
              <a:gd name="connsiteY41" fmla="*/ 184621 h 604322"/>
              <a:gd name="connsiteX42" fmla="*/ 51034 w 605310"/>
              <a:gd name="connsiteY42" fmla="*/ 285342 h 604322"/>
              <a:gd name="connsiteX43" fmla="*/ 151623 w 605310"/>
              <a:gd name="connsiteY43" fmla="*/ 285342 h 604322"/>
              <a:gd name="connsiteX44" fmla="*/ 164332 w 605310"/>
              <a:gd name="connsiteY44" fmla="*/ 184621 h 604322"/>
              <a:gd name="connsiteX45" fmla="*/ 470812 w 605310"/>
              <a:gd name="connsiteY45" fmla="*/ 92341 h 604322"/>
              <a:gd name="connsiteX46" fmla="*/ 453961 w 605310"/>
              <a:gd name="connsiteY46" fmla="*/ 109059 h 604322"/>
              <a:gd name="connsiteX47" fmla="*/ 470812 w 605310"/>
              <a:gd name="connsiteY47" fmla="*/ 125874 h 604322"/>
              <a:gd name="connsiteX48" fmla="*/ 487565 w 605310"/>
              <a:gd name="connsiteY48" fmla="*/ 109059 h 604322"/>
              <a:gd name="connsiteX49" fmla="*/ 470812 w 605310"/>
              <a:gd name="connsiteY49" fmla="*/ 92341 h 604322"/>
              <a:gd name="connsiteX50" fmla="*/ 217238 w 605310"/>
              <a:gd name="connsiteY50" fmla="*/ 65311 h 604322"/>
              <a:gd name="connsiteX51" fmla="*/ 100984 w 605310"/>
              <a:gd name="connsiteY51" fmla="*/ 151081 h 604322"/>
              <a:gd name="connsiteX52" fmla="*/ 173593 w 605310"/>
              <a:gd name="connsiteY52" fmla="*/ 151081 h 604322"/>
              <a:gd name="connsiteX53" fmla="*/ 217238 w 605310"/>
              <a:gd name="connsiteY53" fmla="*/ 65311 h 604322"/>
              <a:gd name="connsiteX54" fmla="*/ 470812 w 605310"/>
              <a:gd name="connsiteY54" fmla="*/ 58710 h 604322"/>
              <a:gd name="connsiteX55" fmla="*/ 521267 w 605310"/>
              <a:gd name="connsiteY55" fmla="*/ 109059 h 604322"/>
              <a:gd name="connsiteX56" fmla="*/ 470812 w 605310"/>
              <a:gd name="connsiteY56" fmla="*/ 159407 h 604322"/>
              <a:gd name="connsiteX57" fmla="*/ 420358 w 605310"/>
              <a:gd name="connsiteY57" fmla="*/ 109059 h 604322"/>
              <a:gd name="connsiteX58" fmla="*/ 470812 w 605310"/>
              <a:gd name="connsiteY58" fmla="*/ 58710 h 604322"/>
              <a:gd name="connsiteX59" fmla="*/ 319502 w 605310"/>
              <a:gd name="connsiteY59" fmla="*/ 53114 h 604322"/>
              <a:gd name="connsiteX60" fmla="*/ 319502 w 605310"/>
              <a:gd name="connsiteY60" fmla="*/ 151081 h 604322"/>
              <a:gd name="connsiteX61" fmla="*/ 367186 w 605310"/>
              <a:gd name="connsiteY61" fmla="*/ 151081 h 604322"/>
              <a:gd name="connsiteX62" fmla="*/ 361472 w 605310"/>
              <a:gd name="connsiteY62" fmla="*/ 109081 h 604322"/>
              <a:gd name="connsiteX63" fmla="*/ 363541 w 605310"/>
              <a:gd name="connsiteY63" fmla="*/ 88032 h 604322"/>
              <a:gd name="connsiteX64" fmla="*/ 319502 w 605310"/>
              <a:gd name="connsiteY64" fmla="*/ 53114 h 604322"/>
              <a:gd name="connsiteX65" fmla="*/ 285808 w 605310"/>
              <a:gd name="connsiteY65" fmla="*/ 53114 h 604322"/>
              <a:gd name="connsiteX66" fmla="*/ 209258 w 605310"/>
              <a:gd name="connsiteY66" fmla="*/ 151081 h 604322"/>
              <a:gd name="connsiteX67" fmla="*/ 285808 w 605310"/>
              <a:gd name="connsiteY67" fmla="*/ 151081 h 604322"/>
              <a:gd name="connsiteX68" fmla="*/ 470830 w 605310"/>
              <a:gd name="connsiteY68" fmla="*/ 33541 h 604322"/>
              <a:gd name="connsiteX69" fmla="*/ 395166 w 605310"/>
              <a:gd name="connsiteY69" fmla="*/ 109081 h 604322"/>
              <a:gd name="connsiteX70" fmla="*/ 470632 w 605310"/>
              <a:gd name="connsiteY70" fmla="*/ 256522 h 604322"/>
              <a:gd name="connsiteX71" fmla="*/ 546493 w 605310"/>
              <a:gd name="connsiteY71" fmla="*/ 109081 h 604322"/>
              <a:gd name="connsiteX72" fmla="*/ 470830 w 605310"/>
              <a:gd name="connsiteY72" fmla="*/ 33541 h 604322"/>
              <a:gd name="connsiteX73" fmla="*/ 302655 w 605310"/>
              <a:gd name="connsiteY73" fmla="*/ 0 h 604322"/>
              <a:gd name="connsiteX74" fmla="*/ 408959 w 605310"/>
              <a:gd name="connsiteY74" fmla="*/ 19180 h 604322"/>
              <a:gd name="connsiteX75" fmla="*/ 470830 w 605310"/>
              <a:gd name="connsiteY75" fmla="*/ 0 h 604322"/>
              <a:gd name="connsiteX76" fmla="*/ 580089 w 605310"/>
              <a:gd name="connsiteY76" fmla="*/ 109081 h 604322"/>
              <a:gd name="connsiteX77" fmla="*/ 571025 w 605310"/>
              <a:gd name="connsiteY77" fmla="*/ 162589 h 604322"/>
              <a:gd name="connsiteX78" fmla="*/ 605310 w 605310"/>
              <a:gd name="connsiteY78" fmla="*/ 302161 h 604322"/>
              <a:gd name="connsiteX79" fmla="*/ 302655 w 605310"/>
              <a:gd name="connsiteY79" fmla="*/ 604322 h 604322"/>
              <a:gd name="connsiteX80" fmla="*/ 0 w 605310"/>
              <a:gd name="connsiteY80" fmla="*/ 302161 h 604322"/>
              <a:gd name="connsiteX81" fmla="*/ 302655 w 605310"/>
              <a:gd name="connsiteY81" fmla="*/ 0 h 604322"/>
            </a:gdLst>
            <a:rect l="l" t="t" r="r" b="b"/>
            <a:pathLst>
              <a:path w="605310" h="604322">
                <a:moveTo>
                  <a:pt x="431717" y="453242"/>
                </a:moveTo>
                <a:cubicBezTo>
                  <a:pt x="420584" y="487471"/>
                  <a:pt x="405707" y="516684"/>
                  <a:pt x="388072" y="539011"/>
                </a:cubicBezTo>
                <a:cubicBezTo>
                  <a:pt x="434771" y="522290"/>
                  <a:pt x="474967" y="492094"/>
                  <a:pt x="504326" y="453242"/>
                </a:cubicBezTo>
                <a:close/>
                <a:moveTo>
                  <a:pt x="319502" y="453242"/>
                </a:moveTo>
                <a:lnTo>
                  <a:pt x="319502" y="551208"/>
                </a:lnTo>
                <a:cubicBezTo>
                  <a:pt x="350240" y="541372"/>
                  <a:pt x="377629" y="504782"/>
                  <a:pt x="396052" y="453242"/>
                </a:cubicBezTo>
                <a:close/>
                <a:moveTo>
                  <a:pt x="209258" y="453242"/>
                </a:moveTo>
                <a:cubicBezTo>
                  <a:pt x="227681" y="504782"/>
                  <a:pt x="255070" y="541372"/>
                  <a:pt x="285808" y="551208"/>
                </a:cubicBezTo>
                <a:lnTo>
                  <a:pt x="285808" y="453242"/>
                </a:lnTo>
                <a:close/>
                <a:moveTo>
                  <a:pt x="100984" y="453242"/>
                </a:moveTo>
                <a:cubicBezTo>
                  <a:pt x="130343" y="492094"/>
                  <a:pt x="170539" y="522290"/>
                  <a:pt x="217238" y="539011"/>
                </a:cubicBezTo>
                <a:cubicBezTo>
                  <a:pt x="199603" y="516684"/>
                  <a:pt x="184726" y="487471"/>
                  <a:pt x="173593" y="453242"/>
                </a:cubicBezTo>
                <a:close/>
                <a:moveTo>
                  <a:pt x="453687" y="318981"/>
                </a:moveTo>
                <a:cubicBezTo>
                  <a:pt x="452702" y="354882"/>
                  <a:pt x="448170" y="388816"/>
                  <a:pt x="440978" y="419701"/>
                </a:cubicBezTo>
                <a:lnTo>
                  <a:pt x="525607" y="419701"/>
                </a:lnTo>
                <a:cubicBezTo>
                  <a:pt x="541764" y="389209"/>
                  <a:pt x="551813" y="355079"/>
                  <a:pt x="554276" y="318981"/>
                </a:cubicBezTo>
                <a:close/>
                <a:moveTo>
                  <a:pt x="319502" y="318981"/>
                </a:moveTo>
                <a:lnTo>
                  <a:pt x="319502" y="419701"/>
                </a:lnTo>
                <a:lnTo>
                  <a:pt x="406200" y="419701"/>
                </a:lnTo>
                <a:cubicBezTo>
                  <a:pt x="413983" y="389111"/>
                  <a:pt x="418909" y="354882"/>
                  <a:pt x="420091" y="318981"/>
                </a:cubicBezTo>
                <a:close/>
                <a:moveTo>
                  <a:pt x="185219" y="318981"/>
                </a:moveTo>
                <a:cubicBezTo>
                  <a:pt x="186401" y="354882"/>
                  <a:pt x="191327" y="389111"/>
                  <a:pt x="199110" y="419701"/>
                </a:cubicBezTo>
                <a:lnTo>
                  <a:pt x="285808" y="419701"/>
                </a:lnTo>
                <a:lnTo>
                  <a:pt x="285808" y="318981"/>
                </a:lnTo>
                <a:close/>
                <a:moveTo>
                  <a:pt x="51034" y="318981"/>
                </a:moveTo>
                <a:cubicBezTo>
                  <a:pt x="53497" y="355079"/>
                  <a:pt x="63546" y="389209"/>
                  <a:pt x="79703" y="419701"/>
                </a:cubicBezTo>
                <a:lnTo>
                  <a:pt x="164332" y="419701"/>
                </a:lnTo>
                <a:cubicBezTo>
                  <a:pt x="157140" y="388816"/>
                  <a:pt x="152608" y="354882"/>
                  <a:pt x="151623" y="318981"/>
                </a:cubicBezTo>
                <a:close/>
                <a:moveTo>
                  <a:pt x="541764" y="222195"/>
                </a:moveTo>
                <a:cubicBezTo>
                  <a:pt x="523932" y="249440"/>
                  <a:pt x="503637" y="271374"/>
                  <a:pt x="489253" y="285342"/>
                </a:cubicBezTo>
                <a:lnTo>
                  <a:pt x="554276" y="285342"/>
                </a:lnTo>
                <a:cubicBezTo>
                  <a:pt x="552799" y="263407"/>
                  <a:pt x="548464" y="242260"/>
                  <a:pt x="541764" y="222195"/>
                </a:cubicBezTo>
                <a:close/>
                <a:moveTo>
                  <a:pt x="319502" y="184621"/>
                </a:moveTo>
                <a:lnTo>
                  <a:pt x="319502" y="285342"/>
                </a:lnTo>
                <a:lnTo>
                  <a:pt x="420091" y="285342"/>
                </a:lnTo>
                <a:cubicBezTo>
                  <a:pt x="419599" y="272161"/>
                  <a:pt x="418712" y="259079"/>
                  <a:pt x="417234" y="246489"/>
                </a:cubicBezTo>
                <a:cubicBezTo>
                  <a:pt x="403441" y="228883"/>
                  <a:pt x="389550" y="207834"/>
                  <a:pt x="379107" y="184621"/>
                </a:cubicBezTo>
                <a:close/>
                <a:moveTo>
                  <a:pt x="199110" y="184621"/>
                </a:moveTo>
                <a:cubicBezTo>
                  <a:pt x="191327" y="215211"/>
                  <a:pt x="186401" y="249440"/>
                  <a:pt x="185219" y="285342"/>
                </a:cubicBezTo>
                <a:lnTo>
                  <a:pt x="285808" y="285342"/>
                </a:lnTo>
                <a:lnTo>
                  <a:pt x="285808" y="184621"/>
                </a:lnTo>
                <a:close/>
                <a:moveTo>
                  <a:pt x="79703" y="184621"/>
                </a:moveTo>
                <a:cubicBezTo>
                  <a:pt x="63546" y="215113"/>
                  <a:pt x="53497" y="249244"/>
                  <a:pt x="51034" y="285342"/>
                </a:cubicBezTo>
                <a:lnTo>
                  <a:pt x="151623" y="285342"/>
                </a:lnTo>
                <a:cubicBezTo>
                  <a:pt x="152608" y="249440"/>
                  <a:pt x="157140" y="215506"/>
                  <a:pt x="164332" y="184621"/>
                </a:cubicBezTo>
                <a:close/>
                <a:moveTo>
                  <a:pt x="470812" y="92341"/>
                </a:moveTo>
                <a:cubicBezTo>
                  <a:pt x="461549" y="92341"/>
                  <a:pt x="453961" y="99815"/>
                  <a:pt x="453961" y="109059"/>
                </a:cubicBezTo>
                <a:cubicBezTo>
                  <a:pt x="453961" y="118302"/>
                  <a:pt x="461549" y="125874"/>
                  <a:pt x="470812" y="125874"/>
                </a:cubicBezTo>
                <a:cubicBezTo>
                  <a:pt x="480076" y="125874"/>
                  <a:pt x="487565" y="118302"/>
                  <a:pt x="487565" y="109059"/>
                </a:cubicBezTo>
                <a:cubicBezTo>
                  <a:pt x="487565" y="99815"/>
                  <a:pt x="480076" y="92341"/>
                  <a:pt x="470812" y="92341"/>
                </a:cubicBezTo>
                <a:close/>
                <a:moveTo>
                  <a:pt x="217238" y="65311"/>
                </a:moveTo>
                <a:cubicBezTo>
                  <a:pt x="170539" y="82032"/>
                  <a:pt x="130343" y="112228"/>
                  <a:pt x="100984" y="151081"/>
                </a:cubicBezTo>
                <a:lnTo>
                  <a:pt x="173593" y="151081"/>
                </a:lnTo>
                <a:cubicBezTo>
                  <a:pt x="184726" y="116851"/>
                  <a:pt x="199603" y="87639"/>
                  <a:pt x="217238" y="65311"/>
                </a:cubicBezTo>
                <a:close/>
                <a:moveTo>
                  <a:pt x="470812" y="58710"/>
                </a:moveTo>
                <a:cubicBezTo>
                  <a:pt x="498602" y="58710"/>
                  <a:pt x="521267" y="81328"/>
                  <a:pt x="521267" y="109059"/>
                </a:cubicBezTo>
                <a:cubicBezTo>
                  <a:pt x="521267" y="136888"/>
                  <a:pt x="498602" y="159407"/>
                  <a:pt x="470812" y="159407"/>
                </a:cubicBezTo>
                <a:cubicBezTo>
                  <a:pt x="442925" y="159407"/>
                  <a:pt x="420358" y="136888"/>
                  <a:pt x="420358" y="109059"/>
                </a:cubicBezTo>
                <a:cubicBezTo>
                  <a:pt x="420358" y="81328"/>
                  <a:pt x="442925" y="58710"/>
                  <a:pt x="470812" y="58710"/>
                </a:cubicBezTo>
                <a:close/>
                <a:moveTo>
                  <a:pt x="319502" y="53114"/>
                </a:moveTo>
                <a:lnTo>
                  <a:pt x="319502" y="151081"/>
                </a:lnTo>
                <a:lnTo>
                  <a:pt x="367186" y="151081"/>
                </a:lnTo>
                <a:cubicBezTo>
                  <a:pt x="363639" y="137507"/>
                  <a:pt x="361472" y="123441"/>
                  <a:pt x="361472" y="109081"/>
                </a:cubicBezTo>
                <a:cubicBezTo>
                  <a:pt x="361472" y="101901"/>
                  <a:pt x="362260" y="94819"/>
                  <a:pt x="363541" y="88032"/>
                </a:cubicBezTo>
                <a:cubicBezTo>
                  <a:pt x="350339" y="70327"/>
                  <a:pt x="335364" y="58229"/>
                  <a:pt x="319502" y="53114"/>
                </a:cubicBezTo>
                <a:close/>
                <a:moveTo>
                  <a:pt x="285808" y="53114"/>
                </a:moveTo>
                <a:cubicBezTo>
                  <a:pt x="255070" y="62950"/>
                  <a:pt x="227681" y="99540"/>
                  <a:pt x="209258" y="151081"/>
                </a:cubicBezTo>
                <a:lnTo>
                  <a:pt x="285808" y="151081"/>
                </a:lnTo>
                <a:close/>
                <a:moveTo>
                  <a:pt x="470830" y="33541"/>
                </a:moveTo>
                <a:cubicBezTo>
                  <a:pt x="429057" y="33541"/>
                  <a:pt x="395166" y="67475"/>
                  <a:pt x="395166" y="109081"/>
                </a:cubicBezTo>
                <a:cubicBezTo>
                  <a:pt x="395166" y="167015"/>
                  <a:pt x="439007" y="224358"/>
                  <a:pt x="470632" y="256522"/>
                </a:cubicBezTo>
                <a:cubicBezTo>
                  <a:pt x="499105" y="227703"/>
                  <a:pt x="546493" y="170556"/>
                  <a:pt x="546493" y="109081"/>
                </a:cubicBezTo>
                <a:cubicBezTo>
                  <a:pt x="546493" y="67475"/>
                  <a:pt x="512504" y="33541"/>
                  <a:pt x="470830" y="33541"/>
                </a:cubicBezTo>
                <a:close/>
                <a:moveTo>
                  <a:pt x="302655" y="0"/>
                </a:moveTo>
                <a:cubicBezTo>
                  <a:pt x="340093" y="0"/>
                  <a:pt x="375856" y="6787"/>
                  <a:pt x="408959" y="19180"/>
                </a:cubicBezTo>
                <a:cubicBezTo>
                  <a:pt x="426495" y="7082"/>
                  <a:pt x="447776" y="0"/>
                  <a:pt x="470830" y="0"/>
                </a:cubicBezTo>
                <a:cubicBezTo>
                  <a:pt x="531124" y="0"/>
                  <a:pt x="580089" y="48885"/>
                  <a:pt x="580089" y="109081"/>
                </a:cubicBezTo>
                <a:cubicBezTo>
                  <a:pt x="580089" y="127573"/>
                  <a:pt x="576641" y="145572"/>
                  <a:pt x="571025" y="162589"/>
                </a:cubicBezTo>
                <a:cubicBezTo>
                  <a:pt x="592896" y="204391"/>
                  <a:pt x="605310" y="251801"/>
                  <a:pt x="605310" y="302161"/>
                </a:cubicBezTo>
                <a:cubicBezTo>
                  <a:pt x="605310" y="469077"/>
                  <a:pt x="469844" y="604322"/>
                  <a:pt x="302655" y="604322"/>
                </a:cubicBezTo>
                <a:cubicBezTo>
                  <a:pt x="135466" y="604322"/>
                  <a:pt x="0" y="469077"/>
                  <a:pt x="0" y="302161"/>
                </a:cubicBezTo>
                <a:cubicBezTo>
                  <a:pt x="0" y="135245"/>
                  <a:pt x="135466" y="0"/>
                  <a:pt x="302655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1" name="three-oclock_72763">
            <a:extLst xmlns:a="http://schemas.openxmlformats.org/drawingml/2006/main">
              <a:ext uri="{FF2B5EF4-FFF2-40B4-BE49-F238E27FC236}">
                <a16:creationId xmlns:a16="http://schemas.microsoft.com/office/drawing/2014/main" id="{31144443-D21C-47C6-3E6F-0430E063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45" y="4380125"/>
            <a:ext cx="602059" cy="609685"/>
          </a:xfrm>
          <a:custGeom xmlns:a="http://schemas.openxmlformats.org/drawingml/2006/main">
            <a:gdLst>
              <a:gd name="connsiteX0" fmla="*/ 304348 w 608697"/>
              <a:gd name="connsiteY0" fmla="*/ 142646 h 607851"/>
              <a:gd name="connsiteX1" fmla="*/ 281822 w 608697"/>
              <a:gd name="connsiteY1" fmla="*/ 165143 h 607851"/>
              <a:gd name="connsiteX2" fmla="*/ 281822 w 608697"/>
              <a:gd name="connsiteY2" fmla="*/ 303925 h 607851"/>
              <a:gd name="connsiteX3" fmla="*/ 304348 w 608697"/>
              <a:gd name="connsiteY3" fmla="*/ 326422 h 607851"/>
              <a:gd name="connsiteX4" fmla="*/ 418546 w 608697"/>
              <a:gd name="connsiteY4" fmla="*/ 326422 h 607851"/>
              <a:gd name="connsiteX5" fmla="*/ 441073 w 608697"/>
              <a:gd name="connsiteY5" fmla="*/ 303925 h 607851"/>
              <a:gd name="connsiteX6" fmla="*/ 418546 w 608697"/>
              <a:gd name="connsiteY6" fmla="*/ 281428 h 607851"/>
              <a:gd name="connsiteX7" fmla="*/ 326874 w 608697"/>
              <a:gd name="connsiteY7" fmla="*/ 281428 h 607851"/>
              <a:gd name="connsiteX8" fmla="*/ 326874 w 608697"/>
              <a:gd name="connsiteY8" fmla="*/ 165143 h 607851"/>
              <a:gd name="connsiteX9" fmla="*/ 304348 w 608697"/>
              <a:gd name="connsiteY9" fmla="*/ 142646 h 607851"/>
              <a:gd name="connsiteX10" fmla="*/ 304348 w 608697"/>
              <a:gd name="connsiteY10" fmla="*/ 87148 h 607851"/>
              <a:gd name="connsiteX11" fmla="*/ 521407 w 608697"/>
              <a:gd name="connsiteY11" fmla="*/ 303925 h 607851"/>
              <a:gd name="connsiteX12" fmla="*/ 304348 w 608697"/>
              <a:gd name="connsiteY12" fmla="*/ 520702 h 607851"/>
              <a:gd name="connsiteX13" fmla="*/ 87289 w 608697"/>
              <a:gd name="connsiteY13" fmla="*/ 303925 h 607851"/>
              <a:gd name="connsiteX14" fmla="*/ 304348 w 608697"/>
              <a:gd name="connsiteY14" fmla="*/ 87148 h 607851"/>
              <a:gd name="connsiteX15" fmla="*/ 304349 w 608697"/>
              <a:gd name="connsiteY15" fmla="*/ 46781 h 607851"/>
              <a:gd name="connsiteX16" fmla="*/ 46846 w 608697"/>
              <a:gd name="connsiteY16" fmla="*/ 303926 h 607851"/>
              <a:gd name="connsiteX17" fmla="*/ 304349 w 608697"/>
              <a:gd name="connsiteY17" fmla="*/ 561070 h 607851"/>
              <a:gd name="connsiteX18" fmla="*/ 561851 w 608697"/>
              <a:gd name="connsiteY18" fmla="*/ 303926 h 607851"/>
              <a:gd name="connsiteX19" fmla="*/ 304349 w 608697"/>
              <a:gd name="connsiteY19" fmla="*/ 46781 h 607851"/>
              <a:gd name="connsiteX20" fmla="*/ 304349 w 608697"/>
              <a:gd name="connsiteY20" fmla="*/ 0 h 607851"/>
              <a:gd name="connsiteX21" fmla="*/ 608697 w 608697"/>
              <a:gd name="connsiteY21" fmla="*/ 303926 h 607851"/>
              <a:gd name="connsiteX22" fmla="*/ 304349 w 608697"/>
              <a:gd name="connsiteY22" fmla="*/ 607851 h 607851"/>
              <a:gd name="connsiteX23" fmla="*/ 0 w 608697"/>
              <a:gd name="connsiteY23" fmla="*/ 303926 h 607851"/>
              <a:gd name="connsiteX24" fmla="*/ 304349 w 608697"/>
              <a:gd name="connsiteY24" fmla="*/ 0 h 607851"/>
            </a:gdLst>
            <a:rect l="l" t="t" r="r" b="b"/>
            <a:pathLst>
              <a:path w="608697" h="607851">
                <a:moveTo>
                  <a:pt x="304348" y="142646"/>
                </a:moveTo>
                <a:cubicBezTo>
                  <a:pt x="291891" y="142646"/>
                  <a:pt x="281822" y="152777"/>
                  <a:pt x="281822" y="165143"/>
                </a:cubicBezTo>
                <a:lnTo>
                  <a:pt x="281822" y="303925"/>
                </a:lnTo>
                <a:cubicBezTo>
                  <a:pt x="281822" y="316365"/>
                  <a:pt x="291891" y="326422"/>
                  <a:pt x="304348" y="326422"/>
                </a:cubicBezTo>
                <a:lnTo>
                  <a:pt x="418546" y="326422"/>
                </a:lnTo>
                <a:cubicBezTo>
                  <a:pt x="431003" y="326422"/>
                  <a:pt x="441073" y="316365"/>
                  <a:pt x="441073" y="303925"/>
                </a:cubicBezTo>
                <a:cubicBezTo>
                  <a:pt x="441073" y="291485"/>
                  <a:pt x="431003" y="281428"/>
                  <a:pt x="418546" y="281428"/>
                </a:cubicBezTo>
                <a:lnTo>
                  <a:pt x="326874" y="281428"/>
                </a:lnTo>
                <a:lnTo>
                  <a:pt x="326874" y="165143"/>
                </a:lnTo>
                <a:cubicBezTo>
                  <a:pt x="326874" y="152777"/>
                  <a:pt x="316805" y="142646"/>
                  <a:pt x="304348" y="142646"/>
                </a:cubicBezTo>
                <a:close/>
                <a:moveTo>
                  <a:pt x="304348" y="87148"/>
                </a:moveTo>
                <a:cubicBezTo>
                  <a:pt x="424066" y="87148"/>
                  <a:pt x="521407" y="184362"/>
                  <a:pt x="521407" y="303925"/>
                </a:cubicBezTo>
                <a:cubicBezTo>
                  <a:pt x="521407" y="423488"/>
                  <a:pt x="424066" y="520702"/>
                  <a:pt x="304348" y="520702"/>
                </a:cubicBezTo>
                <a:cubicBezTo>
                  <a:pt x="184630" y="520702"/>
                  <a:pt x="87289" y="423488"/>
                  <a:pt x="87289" y="303925"/>
                </a:cubicBezTo>
                <a:cubicBezTo>
                  <a:pt x="87289" y="184362"/>
                  <a:pt x="184630" y="87148"/>
                  <a:pt x="304348" y="87148"/>
                </a:cubicBezTo>
                <a:close/>
                <a:moveTo>
                  <a:pt x="304349" y="46781"/>
                </a:moveTo>
                <a:cubicBezTo>
                  <a:pt x="162319" y="46781"/>
                  <a:pt x="46846" y="162094"/>
                  <a:pt x="46846" y="303926"/>
                </a:cubicBezTo>
                <a:cubicBezTo>
                  <a:pt x="46846" y="445757"/>
                  <a:pt x="162319" y="561070"/>
                  <a:pt x="304349" y="561070"/>
                </a:cubicBezTo>
                <a:cubicBezTo>
                  <a:pt x="446378" y="561070"/>
                  <a:pt x="561851" y="445757"/>
                  <a:pt x="561851" y="303926"/>
                </a:cubicBezTo>
                <a:cubicBezTo>
                  <a:pt x="561851" y="162094"/>
                  <a:pt x="446378" y="46781"/>
                  <a:pt x="304349" y="46781"/>
                </a:cubicBezTo>
                <a:close/>
                <a:moveTo>
                  <a:pt x="304349" y="0"/>
                </a:moveTo>
                <a:cubicBezTo>
                  <a:pt x="472188" y="0"/>
                  <a:pt x="608697" y="136320"/>
                  <a:pt x="608697" y="303926"/>
                </a:cubicBezTo>
                <a:cubicBezTo>
                  <a:pt x="608697" y="471531"/>
                  <a:pt x="472188" y="607851"/>
                  <a:pt x="304349" y="607851"/>
                </a:cubicBezTo>
                <a:cubicBezTo>
                  <a:pt x="136509" y="607851"/>
                  <a:pt x="0" y="471531"/>
                  <a:pt x="0" y="303926"/>
                </a:cubicBezTo>
                <a:cubicBezTo>
                  <a:pt x="0" y="136320"/>
                  <a:pt x="136509" y="0"/>
                  <a:pt x="304349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5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9776E329-26BB-3CAB-052D-8667130E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8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6715D42E-7871-7A74-30B2-445C5AB4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9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9F183C56-D10F-2903-C502-34E12E5B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0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FF2A8A65-E74D-D05B-8227-1C203197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1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A8EFE1CD-2EDE-55DD-7447-E43F853B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7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CA2D42E2-694D-FCE3-F952-126E480A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AD1BA191-826A-4197-AC46-C3C7761D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本地聊天与 CLI 共享同一套 Agent 核心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6CE4EC9E-C53C-4A89-99FD-BA7B03A2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646650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757D139D-B126-ACE5-0098-1315F537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8" name="矩形: 圆角 67">
            <a:extLst xmlns:a="http://schemas.openxmlformats.org/drawingml/2006/main">
              <a:ext uri="{FF2B5EF4-FFF2-40B4-BE49-F238E27FC236}">
                <a16:creationId xmlns:a16="http://schemas.microsoft.com/office/drawing/2014/main" id="{20CDF59B-9807-AAFE-F580-5152EA1E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27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349AB00-BADD-2EBC-9A1F-6054C368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74F18F8-7418-3607-4AAC-9E14F483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EE96E4CB-D9A2-1705-3739-E34EBD82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2B9F4FCC-1BDD-0165-D192-3090F4B9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F1816CCA-CFB1-1F29-15D8-C5D765C7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613DFF5A-FFD6-3FBF-C78C-14654862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题目要求与成功标准</a:t>
            </a:r>
          </a:p>
        </p:txBody>
      </p:sp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C6CEE16-031F-480C-B6DB-C8129FE3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5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9776E329-26BB-3CAB-052D-8667130E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8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6715D42E-7871-7A74-30B2-445C5AB4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9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9F183C56-D10F-2903-C502-34E12E5B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0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FF2A8A65-E74D-D05B-8227-1C203197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1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A8EFE1CD-2EDE-55DD-7447-E43F853B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7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CA2D42E2-694D-FCE3-F952-126E480A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E9466BD1-E549-4C10-8C58-532233B4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验收同时关注产物、动态决策和异常状态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AB23B950-9D72-47AC-B3D3-41B72FAF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370F396-99C0-4E4C-BDAE-9966C9D4313D}"/>
              </a:ext>
            </a:extLst>
          </p:cNvPr>
          <p:cNvGraphicFramePr/>
          <p:nvPr/>
        </p:nvGraphicFramePr>
        <p:xfrm>
          <a:off xmlns:a="http://schemas.openxmlformats.org/drawingml/2006/main" x="674751" y="2152650"/>
          <a:ext xmlns:a="http://schemas.openxmlformats.org/drawingml/2006/main" cx="10842498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05913"/>
                <a:gridCol w="8536585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要求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项目中的实现与证据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业务产物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标题、分镜、旁白或字幕、预计时长、来源、风险与状态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动态决策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真实模型每一步选择动作，工具观察进入下一轮状态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必要工具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素材检索、时长估算、品牌与事实规则检查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异常与约束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缺信息、无素材、工具失败、超时长修正，执行预算保护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提交材料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代码、可执行测试、实际输入输出与 Trace、5 篇规定文档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19DAEE2D-4B84-46D0-BA3D-968B8E01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五个必须验收场景逐项覆盖，具体运行记录见验收对照页</a:t>
            </a:r>
          </a:p>
        </p:txBody>
      </p:sp>
    </p:spTree>
    <p:extLst>
      <p:ext uri="{BB962C8B-B14F-4D97-AF65-F5344CB8AC3E}">
        <p14:creationId xmlns:p14="http://schemas.microsoft.com/office/powerpoint/2010/main" val="34646650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757D139D-B126-ACE5-0098-1315F537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8" name="矩形: 圆角 67">
            <a:extLst xmlns:a="http://schemas.openxmlformats.org/drawingml/2006/main">
              <a:ext uri="{FF2B5EF4-FFF2-40B4-BE49-F238E27FC236}">
                <a16:creationId xmlns:a16="http://schemas.microsoft.com/office/drawing/2014/main" id="{20CDF59B-9807-AAFE-F580-5152EA1E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27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349AB00-BADD-2EBC-9A1F-6054C368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74F18F8-7418-3607-4AAC-9E14F483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EE96E4CB-D9A2-1705-3739-E34EBD82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2B9F4FCC-1BDD-0165-D192-3090F4B9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F1816CCA-CFB1-1F29-15D8-C5D765C7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613DFF5A-FFD6-3FBF-C78C-14654862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输入与输出</a:t>
            </a:r>
          </a:p>
        </p:txBody>
      </p:sp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C6CEE16-031F-480C-B6DB-C8129FE3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5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9776E329-26BB-3CAB-052D-8667130E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8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6715D42E-7871-7A74-30B2-445C5AB4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9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9F183C56-D10F-2903-C502-34E12E5B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0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FF2A8A65-E74D-D05B-8227-1C203197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1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A8EFE1CD-2EDE-55DD-7447-E43F853B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7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CA2D42E2-694D-FCE3-F952-126E480A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A5E6729E-AED9-4328-AFD9-4075170E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默认样例：为学生介绍“剪映盒演示版”的字幕和裁剪功能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97D887E8-BF59-4C30-BB08-65B64831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8C175F5F-ADBE-4CD6-9263-E6437928A1CD}"/>
              </a:ext>
            </a:extLst>
          </p:cNvPr>
          <p:cNvGraphicFramePr/>
          <p:nvPr/>
        </p:nvGraphicFramePr>
        <p:xfrm>
          <a:off xmlns:a="http://schemas.openxmlformats.org/drawingml/2006/main" x="674751" y="2152650"/>
          <a:ext xmlns:a="http://schemas.openxmlformats.org/drawingml/2006/main" cx="10842498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11826"/>
                <a:gridCol w="6230672"/>
              </a:tblGrid>
              <a:tr h="63246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输入约束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输出内容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主题、受众、平台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标题与适合阅读编辑的脚本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目标时长、表达风格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分镜画面、旁白、字幕和逐镜头时长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可选产品、额外要求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source_ids 对应的素材快照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产品资料、品牌规则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检查结果、风险、任务状态、待补充问题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3F9662F7-AB03-48BB-B10F-6C1C4AF2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默认：抖音、30 秒上限、清晰自然；所有示例产品资料均为合成资料</a:t>
            </a:r>
          </a:p>
        </p:txBody>
      </p:sp>
    </p:spTree>
    <p:extLst>
      <p:ext uri="{BB962C8B-B14F-4D97-AF65-F5344CB8AC3E}">
        <p14:creationId xmlns:p14="http://schemas.microsoft.com/office/powerpoint/2010/main" val="34646650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757D139D-B126-ACE5-0098-1315F537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8" name="矩形: 圆角 67">
            <a:extLst xmlns:a="http://schemas.openxmlformats.org/drawingml/2006/main">
              <a:ext uri="{FF2B5EF4-FFF2-40B4-BE49-F238E27FC236}">
                <a16:creationId xmlns:a16="http://schemas.microsoft.com/office/drawing/2014/main" id="{20CDF59B-9807-AAFE-F580-5152EA1E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27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349AB00-BADD-2EBC-9A1F-6054C368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74F18F8-7418-3607-4AAC-9E14F483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EE96E4CB-D9A2-1705-3739-E34EBD82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2B9F4FCC-1BDD-0165-D192-3090F4B9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F1816CCA-CFB1-1F29-15D8-C5D765C7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613DFF5A-FFD6-3FBF-C78C-14654862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多轮对话工作台</a:t>
            </a:r>
          </a:p>
        </p:txBody>
      </p:sp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C6CEE16-031F-480C-B6DB-C8129FE3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5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9776E329-26BB-3CAB-052D-8667130E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8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6715D42E-7871-7A74-30B2-445C5AB4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9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9F183C56-D10F-2903-C502-34E12E5B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0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FF2A8A65-E74D-D05B-8227-1C203197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1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A8EFE1CD-2EDE-55DD-7447-E43F853B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7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CA2D42E2-694D-FCE3-F952-126E480A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86992D34-98A2-457A-A802-95BECFF5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左侧连续补充需求，右侧查看脚本、来源与检查结果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044CF4C1-2685-4BB3-9E21-D044E32C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544E6BF2-FCCE-4938-8EBA-CD6B72D612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f1f3542144613"/>
          <a:stretch xmlns:a="http://schemas.openxmlformats.org/drawingml/2006/main"/>
        </p:blipFill>
        <p:spPr>
          <a:xfrm xmlns:a="http://schemas.openxmlformats.org/drawingml/2006/main">
            <a:off x="704850" y="2145738"/>
            <a:ext cx="6191250" cy="4338174"/>
          </a:xfrm>
          <a:prstGeom xmlns:a="http://schemas.openxmlformats.org/drawingml/2006/main" prst="rect">
            <a:avLst/>
          </a:prstGeom>
        </p:spPr>
      </p:pic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E09D23A9-D6AF-4014-B98B-7214B0B0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764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连续创作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52AB9675-4E00-4E3D-BAEC-9D969D2D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14650"/>
            <a:ext cx="3952875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补主题、受众和风格</a:t>
            </a:r>
          </a:p>
          <a:p xmlns:a="http://schemas.openxmlformats.org/drawingml/2006/main">
            <a:pPr>
              <a:defRPr sz="18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补充产品事实资料</a:t>
            </a:r>
          </a:p>
          <a:p xmlns:a="http://schemas.openxmlformats.org/drawingml/2006/main">
            <a:pPr>
              <a:defRPr sz="18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缩短时长、修改表达</a:t>
            </a:r>
          </a:p>
          <a:p xmlns:a="http://schemas.openxmlformats.org/drawingml/2006/main">
            <a:pPr>
              <a:defRPr sz="18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查看分镜与素材来源</a:t>
            </a:r>
          </a:p>
          <a:p xmlns:a="http://schemas.openxmlformats.org/drawingml/2006/main">
            <a:pPr>
              <a:defRPr sz="18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下载 Markdown / JSON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A9E00522-A209-4B65-A79A-F4A6698C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457825"/>
            <a:ext cx="3952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rPr>
              <a:t>截图为离线演示。</a:t>
            </a:r>
          </a:p>
          <a:p xmlns:a="http://schemas.openxmlformats.org/drawingml/2006/main">
            <a:pPr>
              <a:defRPr sz="165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rPr>
              <a:t>自由交流与文案改写需真实模式。</a:t>
            </a:r>
          </a:p>
        </p:txBody>
      </p:sp>
    </p:spTree>
    <p:extLst>
      <p:ext uri="{BB962C8B-B14F-4D97-AF65-F5344CB8AC3E}">
        <p14:creationId xmlns:p14="http://schemas.microsoft.com/office/powerpoint/2010/main" val="34646650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BCFADB00-9268-C8EF-D09E-A537720B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781" y="0"/>
            <a:ext cx="3178439" cy="1531254"/>
          </a:xfrm>
          <a:custGeom xmlns:a="http://schemas.openxmlformats.org/drawingml/2006/main">
            <a:gdLst>
              <a:gd name="connsiteX0" fmla="*/ 0 w 3178439"/>
              <a:gd name="connsiteY0" fmla="*/ 0 h 1531254"/>
              <a:gd name="connsiteX1" fmla="*/ 3178439 w 3178439"/>
              <a:gd name="connsiteY1" fmla="*/ 0 h 1531254"/>
              <a:gd name="connsiteX2" fmla="*/ 3178439 w 3178439"/>
              <a:gd name="connsiteY2" fmla="*/ 836280 h 1531254"/>
              <a:gd name="connsiteX3" fmla="*/ 3115045 w 3178439"/>
              <a:gd name="connsiteY3" fmla="*/ 902435 h 1531254"/>
              <a:gd name="connsiteX4" fmla="*/ 1589219 w 3178439"/>
              <a:gd name="connsiteY4" fmla="*/ 1531254 h 1531254"/>
              <a:gd name="connsiteX5" fmla="*/ 63392 w 3178439"/>
              <a:gd name="connsiteY5" fmla="*/ 902435 h 1531254"/>
              <a:gd name="connsiteX6" fmla="*/ 0 w 3178439"/>
              <a:gd name="connsiteY6" fmla="*/ 836281 h 1531254"/>
            </a:gdLst>
            <a:rect l="l" t="t" r="r" b="b"/>
            <a:pathLst>
              <a:path w="3178439" h="1531254">
                <a:moveTo>
                  <a:pt x="0" y="0"/>
                </a:moveTo>
                <a:lnTo>
                  <a:pt x="3178439" y="0"/>
                </a:lnTo>
                <a:lnTo>
                  <a:pt x="3178439" y="836280"/>
                </a:lnTo>
                <a:lnTo>
                  <a:pt x="3115045" y="902435"/>
                </a:lnTo>
                <a:cubicBezTo>
                  <a:pt x="2724552" y="1290951"/>
                  <a:pt x="2185091" y="1531254"/>
                  <a:pt x="1589219" y="1531254"/>
                </a:cubicBezTo>
                <a:cubicBezTo>
                  <a:pt x="993346" y="1531254"/>
                  <a:pt x="453885" y="1290951"/>
                  <a:pt x="63392" y="902435"/>
                </a:cubicBezTo>
                <a:lnTo>
                  <a:pt x="0" y="836281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0A27332-7316-0FCD-4CBD-ECBD7B30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866" y="3136613"/>
            <a:ext cx="2980268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6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1546270-C209-886D-76E6-29A07D8A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4325"/>
            <a:ext cx="12192000" cy="223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椭圆 55">
            <a:extLst xmlns:a="http://schemas.openxmlformats.org/drawingml/2006/main">
              <a:ext uri="{FF2B5EF4-FFF2-40B4-BE49-F238E27FC236}">
                <a16:creationId xmlns:a16="http://schemas.microsoft.com/office/drawing/2014/main" id="{0FF03A09-1918-1B3F-14F0-DB8B0FFE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87173" y="356800"/>
            <a:ext cx="817654" cy="81765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90E5B0EE-D4B4-D24A-9AF5-43C92683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13750" y="442462"/>
            <a:ext cx="136450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贰</a:t>
            </a:r>
          </a:p>
        </p:txBody>
      </p:sp>
      <p:sp>
        <p:nvSpPr>
          <p:cNvPr id="93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641849B2-2BD7-8647-EC35-71CA839E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6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CD0B6B5F-D3BE-D2E8-091D-7C2F7582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7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0882C28E-0F24-4061-AE27-886BF45F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8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6A45568E-2650-6EA9-1B07-2EF311F1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9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52E9B055-AE11-14F8-F064-25BABB83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5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F41BC097-32A2-EB16-DC76-E3F20CD6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64070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CDC9754-5195-83EE-9E4A-1A82C577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08092000-6B22-0FBE-8E71-F39B9DFF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16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74" name="文本框 73">
            <a:extLst xmlns:a="http://schemas.openxmlformats.org/drawingml/2006/main">
              <a:ext uri="{FF2B5EF4-FFF2-40B4-BE49-F238E27FC236}">
                <a16:creationId xmlns:a16="http://schemas.microsoft.com/office/drawing/2014/main" id="{CB270ADD-8577-34B7-5291-ECE64AD5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75" name="文本框 74">
            <a:extLst xmlns:a="http://schemas.openxmlformats.org/drawingml/2006/main">
              <a:ext uri="{FF2B5EF4-FFF2-40B4-BE49-F238E27FC236}">
                <a16:creationId xmlns:a16="http://schemas.microsoft.com/office/drawing/2014/main" id="{11C1FBC5-C74E-085E-55EE-35E0E106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76" name="文本框 75">
            <a:extLst xmlns:a="http://schemas.openxmlformats.org/drawingml/2006/main">
              <a:ext uri="{FF2B5EF4-FFF2-40B4-BE49-F238E27FC236}">
                <a16:creationId xmlns:a16="http://schemas.microsoft.com/office/drawing/2014/main" id="{75CF1613-9283-86C8-3A46-2695A36C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77" name="文本框 76">
            <a:extLst xmlns:a="http://schemas.openxmlformats.org/drawingml/2006/main">
              <a:ext uri="{FF2B5EF4-FFF2-40B4-BE49-F238E27FC236}">
                <a16:creationId xmlns:a16="http://schemas.microsoft.com/office/drawing/2014/main" id="{58230E63-3CF3-48ED-8F2E-80F76B93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78" name="文本框 77">
            <a:extLst xmlns:a="http://schemas.openxmlformats.org/drawingml/2006/main">
              <a:ext uri="{FF2B5EF4-FFF2-40B4-BE49-F238E27FC236}">
                <a16:creationId xmlns:a16="http://schemas.microsoft.com/office/drawing/2014/main" id="{D2E2CCF0-93D2-9F8E-5352-C8253D34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79" name="文本框 78">
            <a:extLst xmlns:a="http://schemas.openxmlformats.org/drawingml/2006/main">
              <a:ext uri="{FF2B5EF4-FFF2-40B4-BE49-F238E27FC236}">
                <a16:creationId xmlns:a16="http://schemas.microsoft.com/office/drawing/2014/main" id="{B6AD257B-5CD8-A2A2-268D-A4B9EE92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系统结构</a:t>
            </a:r>
          </a:p>
        </p:txBody>
      </p:sp>
      <p:sp>
        <p:nvSpPr>
          <p:cNvPr id="80" name="直接连接符 79">
            <a:extLst xmlns:a="http://schemas.openxmlformats.org/drawingml/2006/main">
              <a:ext uri="{FF2B5EF4-FFF2-40B4-BE49-F238E27FC236}">
                <a16:creationId xmlns:a16="http://schemas.microsoft.com/office/drawing/2014/main" id="{73BC0F06-DB83-4BB5-8D78-7508E432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22D50004-E0B6-8F88-9FE0-7A90A322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0AAFF685-3646-434C-C306-6998897E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8B43EAD0-DB39-1953-01BB-D21F3B9C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674AA640-9B57-E8A9-58DE-40435E9D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CD69579F-4189-692D-5F8F-BE13F32A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B24FF435-0988-3176-3548-0E1E4960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6D13935-5DC9-469E-A88A-D1FEE8B0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模型负责选择动作，程序负责约束与执行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81B280A-3DBE-4AAC-BC02-9E778A34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CBC0CC1-A940-4648-942D-95D3CD3FC126}"/>
              </a:ext>
            </a:extLst>
          </p:cNvPr>
          <p:cNvGraphicFramePr/>
          <p:nvPr/>
        </p:nvGraphicFramePr>
        <p:xfrm>
          <a:off xmlns:a="http://schemas.openxmlformats.org/drawingml/2006/main" x="674751" y="2152650"/>
          <a:ext xmlns:a="http://schemas.openxmlformats.org/drawingml/2006/main" cx="10842498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88259"/>
                <a:gridCol w="3200043"/>
                <a:gridCol w="5854196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入口与记录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run.py / run_chat.py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单次CLI或本地网页，复用同一执行核心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决策执行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agent.py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维护状态、执行动作、版本检查、结束门禁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模型接入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model_client.py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百炼兼容接口、JSON 动作、调用预算与记录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业务工具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tools.py / schemas.py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检索、估时、规则检查和结构校验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tests/ 与 scripts/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工程回归、场景验收、产物一致性审计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82752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8" name="Freeform 376">
            <a:extLst xmlns:a="http://schemas.openxmlformats.org/drawingml/2006/main">
              <a:ext uri="{FF2B5EF4-FFF2-40B4-BE49-F238E27FC236}">
                <a16:creationId xmlns:a16="http://schemas.microsoft.com/office/drawing/2014/main" id="{6ABFE90F-862C-0B01-E4EA-5AF104DC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341" y="2558633"/>
            <a:ext cx="3917825" cy="323850"/>
          </a:xfrm>
          <a:custGeom xmlns:a="http://schemas.openxmlformats.org/drawingml/2006/main">
            <a:gdLst>
              <a:gd name="T0" fmla="*/ 1577 w 1577"/>
              <a:gd name="T1" fmla="*/ 0 h 204"/>
              <a:gd name="T2" fmla="*/ 204 w 1577"/>
              <a:gd name="T3" fmla="*/ 0 h 204"/>
              <a:gd name="T4" fmla="*/ 0 w 1577"/>
              <a:gd name="T5" fmla="*/ 204 h 204"/>
            </a:gdLst>
            <a:rect l="0" t="0" r="r" b="b"/>
            <a:pathLst>
              <a:path w="1577" h="204">
                <a:moveTo>
                  <a:pt x="1577" y="0"/>
                </a:moveTo>
                <a:lnTo>
                  <a:pt x="204" y="0"/>
                </a:lnTo>
                <a:lnTo>
                  <a:pt x="0" y="204"/>
                </a:lnTo>
              </a:path>
            </a:pathLst>
          </a:custGeom>
          <a:noFill xmlns:a="http://schemas.openxmlformats.org/drawingml/2006/main"/>
          <a:ln xmlns:a="http://schemas.openxmlformats.org/drawingml/2006/main" w="3175" cap="flat">
            <a:solidFill>
              <a:schemeClr val="accent1"/>
            </a:solidFill>
            <a:prstDash val="dash"/>
            <a:miter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3" name="Freeform 376">
            <a:extLst xmlns:a="http://schemas.openxmlformats.org/drawingml/2006/main">
              <a:ext uri="{FF2B5EF4-FFF2-40B4-BE49-F238E27FC236}">
                <a16:creationId xmlns:a16="http://schemas.microsoft.com/office/drawing/2014/main" id="{E7A63A37-C1D4-42D4-E35B-BF156895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341" y="5269323"/>
            <a:ext cx="3917825" cy="323850"/>
          </a:xfrm>
          <a:custGeom xmlns:a="http://schemas.openxmlformats.org/drawingml/2006/main">
            <a:gdLst>
              <a:gd name="T0" fmla="*/ 1577 w 1577"/>
              <a:gd name="T1" fmla="*/ 0 h 204"/>
              <a:gd name="T2" fmla="*/ 204 w 1577"/>
              <a:gd name="T3" fmla="*/ 0 h 204"/>
              <a:gd name="T4" fmla="*/ 0 w 1577"/>
              <a:gd name="T5" fmla="*/ 204 h 204"/>
            </a:gdLst>
            <a:rect l="0" t="0" r="r" b="b"/>
            <a:pathLst>
              <a:path w="1577" h="204">
                <a:moveTo>
                  <a:pt x="1577" y="0"/>
                </a:moveTo>
                <a:lnTo>
                  <a:pt x="204" y="0"/>
                </a:lnTo>
                <a:lnTo>
                  <a:pt x="0" y="204"/>
                </a:lnTo>
              </a:path>
            </a:pathLst>
          </a:custGeom>
          <a:noFill xmlns:a="http://schemas.openxmlformats.org/drawingml/2006/main"/>
          <a:ln xmlns:a="http://schemas.openxmlformats.org/drawingml/2006/main" w="3175" cap="flat">
            <a:solidFill>
              <a:schemeClr val="accent1"/>
            </a:solidFill>
            <a:prstDash val="dash"/>
            <a:miter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8" name="Freeform 376">
            <a:extLst xmlns:a="http://schemas.openxmlformats.org/drawingml/2006/main">
              <a:ext uri="{FF2B5EF4-FFF2-40B4-BE49-F238E27FC236}">
                <a16:creationId xmlns:a16="http://schemas.microsoft.com/office/drawing/2014/main" id="{F469709D-0779-D97D-0C42-E4845439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64968" y="2558633"/>
            <a:ext cx="3917825" cy="323850"/>
          </a:xfrm>
          <a:custGeom xmlns:a="http://schemas.openxmlformats.org/drawingml/2006/main">
            <a:gdLst>
              <a:gd name="T0" fmla="*/ 1577 w 1577"/>
              <a:gd name="T1" fmla="*/ 0 h 204"/>
              <a:gd name="T2" fmla="*/ 204 w 1577"/>
              <a:gd name="T3" fmla="*/ 0 h 204"/>
              <a:gd name="T4" fmla="*/ 0 w 1577"/>
              <a:gd name="T5" fmla="*/ 204 h 204"/>
            </a:gdLst>
            <a:rect l="0" t="0" r="r" b="b"/>
            <a:pathLst>
              <a:path w="1577" h="204">
                <a:moveTo>
                  <a:pt x="1577" y="0"/>
                </a:moveTo>
                <a:lnTo>
                  <a:pt x="204" y="0"/>
                </a:lnTo>
                <a:lnTo>
                  <a:pt x="0" y="204"/>
                </a:lnTo>
              </a:path>
            </a:pathLst>
          </a:custGeom>
          <a:noFill xmlns:a="http://schemas.openxmlformats.org/drawingml/2006/main"/>
          <a:ln xmlns:a="http://schemas.openxmlformats.org/drawingml/2006/main" w="3175" cap="flat">
            <a:solidFill>
              <a:schemeClr val="accent1"/>
            </a:solidFill>
            <a:prstDash val="dash"/>
            <a:miter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Freeform 376">
            <a:extLst xmlns:a="http://schemas.openxmlformats.org/drawingml/2006/main">
              <a:ext uri="{FF2B5EF4-FFF2-40B4-BE49-F238E27FC236}">
                <a16:creationId xmlns:a16="http://schemas.microsoft.com/office/drawing/2014/main" id="{EC396607-2137-56C2-8F98-52E37173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64968" y="5269323"/>
            <a:ext cx="3917825" cy="323850"/>
          </a:xfrm>
          <a:custGeom xmlns:a="http://schemas.openxmlformats.org/drawingml/2006/main">
            <a:gdLst>
              <a:gd name="T0" fmla="*/ 1577 w 1577"/>
              <a:gd name="T1" fmla="*/ 0 h 204"/>
              <a:gd name="T2" fmla="*/ 204 w 1577"/>
              <a:gd name="T3" fmla="*/ 0 h 204"/>
              <a:gd name="T4" fmla="*/ 0 w 1577"/>
              <a:gd name="T5" fmla="*/ 204 h 204"/>
            </a:gdLst>
            <a:rect l="0" t="0" r="r" b="b"/>
            <a:pathLst>
              <a:path w="1577" h="204">
                <a:moveTo>
                  <a:pt x="1577" y="0"/>
                </a:moveTo>
                <a:lnTo>
                  <a:pt x="204" y="0"/>
                </a:lnTo>
                <a:lnTo>
                  <a:pt x="0" y="204"/>
                </a:lnTo>
              </a:path>
            </a:pathLst>
          </a:custGeom>
          <a:noFill xmlns:a="http://schemas.openxmlformats.org/drawingml/2006/main"/>
          <a:ln xmlns:a="http://schemas.openxmlformats.org/drawingml/2006/main" w="3175" cap="flat">
            <a:solidFill>
              <a:schemeClr val="accent1"/>
            </a:solidFill>
            <a:prstDash val="dash"/>
            <a:miter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E04339A-5418-4C61-E562-639765E3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模型与工具的决策循环</a:t>
            </a:r>
          </a:p>
        </p:txBody>
      </p:sp>
      <p:sp>
        <p:nvSpPr>
          <p:cNvPr id="87" name="直接连接符 86">
            <a:extLst xmlns:a="http://schemas.openxmlformats.org/drawingml/2006/main">
              <a:ext uri="{FF2B5EF4-FFF2-40B4-BE49-F238E27FC236}">
                <a16:creationId xmlns:a16="http://schemas.microsoft.com/office/drawing/2014/main" id="{6BEE2214-DEEA-48B7-861B-3729E52A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Freeform 379">
            <a:extLst xmlns:a="http://schemas.openxmlformats.org/drawingml/2006/main">
              <a:ext uri="{FF2B5EF4-FFF2-40B4-BE49-F238E27FC236}">
                <a16:creationId xmlns:a16="http://schemas.microsoft.com/office/drawing/2014/main" id="{38B96680-E5FD-9AB0-A4C0-FA4D021E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967" y="2462594"/>
            <a:ext cx="3905250" cy="3908425"/>
          </a:xfrm>
          <a:custGeom xmlns:a="http://schemas.openxmlformats.org/drawingml/2006/main">
            <a:gdLst>
              <a:gd name="T0" fmla="*/ 615 w 1230"/>
              <a:gd name="T1" fmla="*/ 1231 h 1231"/>
              <a:gd name="T2" fmla="*/ 0 w 1230"/>
              <a:gd name="T3" fmla="*/ 615 h 1231"/>
              <a:gd name="T4" fmla="*/ 615 w 1230"/>
              <a:gd name="T5" fmla="*/ 0 h 1231"/>
              <a:gd name="T6" fmla="*/ 1230 w 1230"/>
              <a:gd name="T7" fmla="*/ 615 h 1231"/>
              <a:gd name="T8" fmla="*/ 615 w 1230"/>
              <a:gd name="T9" fmla="*/ 1231 h 1231"/>
              <a:gd name="T10" fmla="*/ 615 w 1230"/>
              <a:gd name="T11" fmla="*/ 40 h 1231"/>
              <a:gd name="T12" fmla="*/ 40 w 1230"/>
              <a:gd name="T13" fmla="*/ 615 h 1231"/>
              <a:gd name="T14" fmla="*/ 615 w 1230"/>
              <a:gd name="T15" fmla="*/ 1191 h 1231"/>
              <a:gd name="T16" fmla="*/ 1190 w 1230"/>
              <a:gd name="T17" fmla="*/ 615 h 1231"/>
              <a:gd name="T18" fmla="*/ 615 w 1230"/>
              <a:gd name="T19" fmla="*/ 40 h 1231"/>
            </a:gdLst>
            <a:rect l="0" t="0" r="r" b="b"/>
            <a:pathLst>
              <a:path w="1230" h="1231">
                <a:moveTo>
                  <a:pt x="615" y="1231"/>
                </a:moveTo>
                <a:cubicBezTo>
                  <a:pt x="276" y="1231"/>
                  <a:pt x="0" y="955"/>
                  <a:pt x="0" y="615"/>
                </a:cubicBezTo>
                <a:cubicBezTo>
                  <a:pt x="0" y="276"/>
                  <a:pt x="276" y="0"/>
                  <a:pt x="615" y="0"/>
                </a:cubicBezTo>
                <a:cubicBezTo>
                  <a:pt x="954" y="0"/>
                  <a:pt x="1230" y="276"/>
                  <a:pt x="1230" y="615"/>
                </a:cubicBezTo>
                <a:cubicBezTo>
                  <a:pt x="1230" y="955"/>
                  <a:pt x="954" y="1231"/>
                  <a:pt x="615" y="1231"/>
                </a:cubicBezTo>
                <a:close/>
                <a:moveTo>
                  <a:pt x="615" y="40"/>
                </a:moveTo>
                <a:cubicBezTo>
                  <a:pt x="298" y="40"/>
                  <a:pt x="40" y="298"/>
                  <a:pt x="40" y="615"/>
                </a:cubicBezTo>
                <a:cubicBezTo>
                  <a:pt x="40" y="933"/>
                  <a:pt x="298" y="1191"/>
                  <a:pt x="615" y="1191"/>
                </a:cubicBezTo>
                <a:cubicBezTo>
                  <a:pt x="932" y="1191"/>
                  <a:pt x="1190" y="933"/>
                  <a:pt x="1190" y="615"/>
                </a:cubicBezTo>
                <a:cubicBezTo>
                  <a:pt x="1190" y="298"/>
                  <a:pt x="932" y="40"/>
                  <a:pt x="615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reeform 380">
            <a:extLst xmlns:a="http://schemas.openxmlformats.org/drawingml/2006/main">
              <a:ext uri="{FF2B5EF4-FFF2-40B4-BE49-F238E27FC236}">
                <a16:creationId xmlns:a16="http://schemas.microsoft.com/office/drawing/2014/main" id="{2974D232-8145-2DAA-539F-43B56ED7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6892" y="2881694"/>
            <a:ext cx="3073400" cy="3070225"/>
          </a:xfrm>
          <a:custGeom xmlns:a="http://schemas.openxmlformats.org/drawingml/2006/main">
            <a:gdLst>
              <a:gd name="T0" fmla="*/ 484 w 968"/>
              <a:gd name="T1" fmla="*/ 967 h 967"/>
              <a:gd name="T2" fmla="*/ 0 w 968"/>
              <a:gd name="T3" fmla="*/ 483 h 967"/>
              <a:gd name="T4" fmla="*/ 484 w 968"/>
              <a:gd name="T5" fmla="*/ 0 h 967"/>
              <a:gd name="T6" fmla="*/ 968 w 968"/>
              <a:gd name="T7" fmla="*/ 483 h 967"/>
              <a:gd name="T8" fmla="*/ 484 w 968"/>
              <a:gd name="T9" fmla="*/ 967 h 967"/>
              <a:gd name="T10" fmla="*/ 484 w 968"/>
              <a:gd name="T11" fmla="*/ 40 h 967"/>
              <a:gd name="T12" fmla="*/ 40 w 968"/>
              <a:gd name="T13" fmla="*/ 483 h 967"/>
              <a:gd name="T14" fmla="*/ 484 w 968"/>
              <a:gd name="T15" fmla="*/ 927 h 967"/>
              <a:gd name="T16" fmla="*/ 928 w 968"/>
              <a:gd name="T17" fmla="*/ 483 h 967"/>
              <a:gd name="T18" fmla="*/ 484 w 968"/>
              <a:gd name="T19" fmla="*/ 40 h 967"/>
            </a:gdLst>
            <a:rect l="0" t="0" r="r" b="b"/>
            <a:pathLst>
              <a:path w="968" h="967">
                <a:moveTo>
                  <a:pt x="484" y="967"/>
                </a:moveTo>
                <a:cubicBezTo>
                  <a:pt x="217" y="967"/>
                  <a:pt x="0" y="750"/>
                  <a:pt x="0" y="483"/>
                </a:cubicBezTo>
                <a:cubicBezTo>
                  <a:pt x="0" y="217"/>
                  <a:pt x="217" y="0"/>
                  <a:pt x="484" y="0"/>
                </a:cubicBezTo>
                <a:cubicBezTo>
                  <a:pt x="751" y="0"/>
                  <a:pt x="968" y="217"/>
                  <a:pt x="968" y="483"/>
                </a:cubicBezTo>
                <a:cubicBezTo>
                  <a:pt x="968" y="750"/>
                  <a:pt x="751" y="967"/>
                  <a:pt x="484" y="967"/>
                </a:cubicBezTo>
                <a:close/>
                <a:moveTo>
                  <a:pt x="484" y="40"/>
                </a:moveTo>
                <a:cubicBezTo>
                  <a:pt x="239" y="40"/>
                  <a:pt x="40" y="239"/>
                  <a:pt x="40" y="483"/>
                </a:cubicBezTo>
                <a:cubicBezTo>
                  <a:pt x="40" y="728"/>
                  <a:pt x="239" y="927"/>
                  <a:pt x="484" y="927"/>
                </a:cubicBezTo>
                <a:cubicBezTo>
                  <a:pt x="729" y="927"/>
                  <a:pt x="928" y="728"/>
                  <a:pt x="928" y="483"/>
                </a:cubicBezTo>
                <a:cubicBezTo>
                  <a:pt x="928" y="239"/>
                  <a:pt x="729" y="40"/>
                  <a:pt x="48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Freeform 381">
            <a:extLst xmlns:a="http://schemas.openxmlformats.org/drawingml/2006/main">
              <a:ext uri="{FF2B5EF4-FFF2-40B4-BE49-F238E27FC236}">
                <a16:creationId xmlns:a16="http://schemas.microsoft.com/office/drawing/2014/main" id="{3D7B13E1-8790-A3B4-2053-12499593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3692" y="2675319"/>
            <a:ext cx="3479800" cy="3482975"/>
          </a:xfrm>
          <a:custGeom xmlns:a="http://schemas.openxmlformats.org/drawingml/2006/main">
            <a:gdLst>
              <a:gd name="T0" fmla="*/ 548 w 1096"/>
              <a:gd name="T1" fmla="*/ 1097 h 1097"/>
              <a:gd name="T2" fmla="*/ 0 w 1096"/>
              <a:gd name="T3" fmla="*/ 548 h 1097"/>
              <a:gd name="T4" fmla="*/ 548 w 1096"/>
              <a:gd name="T5" fmla="*/ 0 h 1097"/>
              <a:gd name="T6" fmla="*/ 1096 w 1096"/>
              <a:gd name="T7" fmla="*/ 548 h 1097"/>
              <a:gd name="T8" fmla="*/ 548 w 1096"/>
              <a:gd name="T9" fmla="*/ 1097 h 1097"/>
              <a:gd name="T10" fmla="*/ 548 w 1096"/>
              <a:gd name="T11" fmla="*/ 40 h 1097"/>
              <a:gd name="T12" fmla="*/ 40 w 1096"/>
              <a:gd name="T13" fmla="*/ 548 h 1097"/>
              <a:gd name="T14" fmla="*/ 548 w 1096"/>
              <a:gd name="T15" fmla="*/ 1057 h 1097"/>
              <a:gd name="T16" fmla="*/ 1056 w 1096"/>
              <a:gd name="T17" fmla="*/ 548 h 1097"/>
              <a:gd name="T18" fmla="*/ 548 w 1096"/>
              <a:gd name="T19" fmla="*/ 40 h 1097"/>
            </a:gdLst>
            <a:rect l="0" t="0" r="r" b="b"/>
            <a:pathLst>
              <a:path w="1096" h="1097">
                <a:moveTo>
                  <a:pt x="548" y="1097"/>
                </a:moveTo>
                <a:cubicBezTo>
                  <a:pt x="246" y="1097"/>
                  <a:pt x="0" y="851"/>
                  <a:pt x="0" y="548"/>
                </a:cubicBezTo>
                <a:cubicBezTo>
                  <a:pt x="0" y="246"/>
                  <a:pt x="246" y="0"/>
                  <a:pt x="548" y="0"/>
                </a:cubicBezTo>
                <a:cubicBezTo>
                  <a:pt x="850" y="0"/>
                  <a:pt x="1096" y="246"/>
                  <a:pt x="1096" y="548"/>
                </a:cubicBezTo>
                <a:cubicBezTo>
                  <a:pt x="1096" y="851"/>
                  <a:pt x="850" y="1097"/>
                  <a:pt x="548" y="1097"/>
                </a:cubicBezTo>
                <a:close/>
                <a:moveTo>
                  <a:pt x="548" y="40"/>
                </a:moveTo>
                <a:cubicBezTo>
                  <a:pt x="268" y="40"/>
                  <a:pt x="40" y="268"/>
                  <a:pt x="40" y="548"/>
                </a:cubicBezTo>
                <a:cubicBezTo>
                  <a:pt x="40" y="829"/>
                  <a:pt x="268" y="1057"/>
                  <a:pt x="548" y="1057"/>
                </a:cubicBezTo>
                <a:cubicBezTo>
                  <a:pt x="828" y="1057"/>
                  <a:pt x="1056" y="829"/>
                  <a:pt x="1056" y="548"/>
                </a:cubicBezTo>
                <a:cubicBezTo>
                  <a:pt x="1056" y="268"/>
                  <a:pt x="828" y="40"/>
                  <a:pt x="548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Freeform 382">
            <a:extLst xmlns:a="http://schemas.openxmlformats.org/drawingml/2006/main">
              <a:ext uri="{FF2B5EF4-FFF2-40B4-BE49-F238E27FC236}">
                <a16:creationId xmlns:a16="http://schemas.microsoft.com/office/drawing/2014/main" id="{C2AAA634-0524-8879-03FC-9B0E1B35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0740" y="2745656"/>
            <a:ext cx="1024780" cy="1021374"/>
          </a:xfrm>
          <a:custGeom xmlns:a="http://schemas.openxmlformats.org/drawingml/2006/main">
            <a:gdLst>
              <a:gd name="T0" fmla="*/ 260 w 301"/>
              <a:gd name="T1" fmla="*/ 112 h 300"/>
              <a:gd name="T2" fmla="*/ 283 w 301"/>
              <a:gd name="T3" fmla="*/ 180 h 300"/>
              <a:gd name="T4" fmla="*/ 290 w 301"/>
              <a:gd name="T5" fmla="*/ 192 h 300"/>
              <a:gd name="T6" fmla="*/ 301 w 301"/>
              <a:gd name="T7" fmla="*/ 206 h 300"/>
              <a:gd name="T8" fmla="*/ 208 w 301"/>
              <a:gd name="T9" fmla="*/ 300 h 300"/>
              <a:gd name="T10" fmla="*/ 192 w 301"/>
              <a:gd name="T11" fmla="*/ 290 h 300"/>
              <a:gd name="T12" fmla="*/ 181 w 301"/>
              <a:gd name="T13" fmla="*/ 283 h 300"/>
              <a:gd name="T14" fmla="*/ 113 w 301"/>
              <a:gd name="T15" fmla="*/ 259 h 300"/>
              <a:gd name="T16" fmla="*/ 0 w 301"/>
              <a:gd name="T17" fmla="*/ 129 h 300"/>
              <a:gd name="T18" fmla="*/ 38 w 301"/>
              <a:gd name="T19" fmla="*/ 37 h 300"/>
              <a:gd name="T20" fmla="*/ 129 w 301"/>
              <a:gd name="T21" fmla="*/ 0 h 300"/>
              <a:gd name="T22" fmla="*/ 260 w 301"/>
              <a:gd name="T23" fmla="*/ 112 h 300"/>
            </a:gdLst>
            <a:rect l="0" t="0" r="r" b="b"/>
            <a:pathLst>
              <a:path w="301" h="300">
                <a:moveTo>
                  <a:pt x="260" y="112"/>
                </a:moveTo>
                <a:cubicBezTo>
                  <a:pt x="263" y="137"/>
                  <a:pt x="271" y="159"/>
                  <a:pt x="283" y="180"/>
                </a:cubicBezTo>
                <a:cubicBezTo>
                  <a:pt x="286" y="184"/>
                  <a:pt x="288" y="188"/>
                  <a:pt x="290" y="192"/>
                </a:cubicBezTo>
                <a:cubicBezTo>
                  <a:pt x="301" y="206"/>
                  <a:pt x="301" y="206"/>
                  <a:pt x="301" y="206"/>
                </a:cubicBezTo>
                <a:cubicBezTo>
                  <a:pt x="208" y="300"/>
                  <a:pt x="208" y="300"/>
                  <a:pt x="208" y="300"/>
                </a:cubicBezTo>
                <a:cubicBezTo>
                  <a:pt x="192" y="290"/>
                  <a:pt x="192" y="290"/>
                  <a:pt x="192" y="290"/>
                </a:cubicBezTo>
                <a:cubicBezTo>
                  <a:pt x="189" y="287"/>
                  <a:pt x="185" y="285"/>
                  <a:pt x="181" y="283"/>
                </a:cubicBezTo>
                <a:cubicBezTo>
                  <a:pt x="160" y="271"/>
                  <a:pt x="137" y="263"/>
                  <a:pt x="113" y="259"/>
                </a:cubicBezTo>
                <a:cubicBezTo>
                  <a:pt x="49" y="250"/>
                  <a:pt x="0" y="195"/>
                  <a:pt x="0" y="129"/>
                </a:cubicBezTo>
                <a:cubicBezTo>
                  <a:pt x="0" y="93"/>
                  <a:pt x="15" y="61"/>
                  <a:pt x="38" y="37"/>
                </a:cubicBezTo>
                <a:cubicBezTo>
                  <a:pt x="61" y="14"/>
                  <a:pt x="94" y="0"/>
                  <a:pt x="129" y="0"/>
                </a:cubicBezTo>
                <a:cubicBezTo>
                  <a:pt x="196" y="0"/>
                  <a:pt x="250" y="49"/>
                  <a:pt x="260" y="112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Freeform 383">
            <a:extLst xmlns:a="http://schemas.openxmlformats.org/drawingml/2006/main">
              <a:ext uri="{FF2B5EF4-FFF2-40B4-BE49-F238E27FC236}">
                <a16:creationId xmlns:a16="http://schemas.microsoft.com/office/drawing/2014/main" id="{54BFCFD2-9069-2556-C5F5-FF987288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692" y="2551493"/>
            <a:ext cx="1276350" cy="1276350"/>
          </a:xfrm>
          <a:custGeom xmlns:a="http://schemas.openxmlformats.org/drawingml/2006/main">
            <a:gdLst>
              <a:gd name="T0" fmla="*/ 365 w 402"/>
              <a:gd name="T1" fmla="*/ 99 h 402"/>
              <a:gd name="T2" fmla="*/ 380 w 402"/>
              <a:gd name="T3" fmla="*/ 128 h 402"/>
              <a:gd name="T4" fmla="*/ 370 w 402"/>
              <a:gd name="T5" fmla="*/ 153 h 402"/>
              <a:gd name="T6" fmla="*/ 377 w 402"/>
              <a:gd name="T7" fmla="*/ 195 h 402"/>
              <a:gd name="T8" fmla="*/ 394 w 402"/>
              <a:gd name="T9" fmla="*/ 215 h 402"/>
              <a:gd name="T10" fmla="*/ 389 w 402"/>
              <a:gd name="T11" fmla="*/ 247 h 402"/>
              <a:gd name="T12" fmla="*/ 366 w 402"/>
              <a:gd name="T13" fmla="*/ 261 h 402"/>
              <a:gd name="T14" fmla="*/ 362 w 402"/>
              <a:gd name="T15" fmla="*/ 264 h 402"/>
              <a:gd name="T16" fmla="*/ 355 w 402"/>
              <a:gd name="T17" fmla="*/ 252 h 402"/>
              <a:gd name="T18" fmla="*/ 332 w 402"/>
              <a:gd name="T19" fmla="*/ 184 h 402"/>
              <a:gd name="T20" fmla="*/ 201 w 402"/>
              <a:gd name="T21" fmla="*/ 72 h 402"/>
              <a:gd name="T22" fmla="*/ 110 w 402"/>
              <a:gd name="T23" fmla="*/ 109 h 402"/>
              <a:gd name="T24" fmla="*/ 72 w 402"/>
              <a:gd name="T25" fmla="*/ 201 h 402"/>
              <a:gd name="T26" fmla="*/ 185 w 402"/>
              <a:gd name="T27" fmla="*/ 331 h 402"/>
              <a:gd name="T28" fmla="*/ 253 w 402"/>
              <a:gd name="T29" fmla="*/ 355 h 402"/>
              <a:gd name="T30" fmla="*/ 264 w 402"/>
              <a:gd name="T31" fmla="*/ 362 h 402"/>
              <a:gd name="T32" fmla="*/ 261 w 402"/>
              <a:gd name="T33" fmla="*/ 366 h 402"/>
              <a:gd name="T34" fmla="*/ 247 w 402"/>
              <a:gd name="T35" fmla="*/ 388 h 402"/>
              <a:gd name="T36" fmla="*/ 215 w 402"/>
              <a:gd name="T37" fmla="*/ 393 h 402"/>
              <a:gd name="T38" fmla="*/ 195 w 402"/>
              <a:gd name="T39" fmla="*/ 376 h 402"/>
              <a:gd name="T40" fmla="*/ 153 w 402"/>
              <a:gd name="T41" fmla="*/ 369 h 402"/>
              <a:gd name="T42" fmla="*/ 129 w 402"/>
              <a:gd name="T43" fmla="*/ 379 h 402"/>
              <a:gd name="T44" fmla="*/ 100 w 402"/>
              <a:gd name="T45" fmla="*/ 365 h 402"/>
              <a:gd name="T46" fmla="*/ 93 w 402"/>
              <a:gd name="T47" fmla="*/ 339 h 402"/>
              <a:gd name="T48" fmla="*/ 63 w 402"/>
              <a:gd name="T49" fmla="*/ 309 h 402"/>
              <a:gd name="T50" fmla="*/ 38 w 402"/>
              <a:gd name="T51" fmla="*/ 303 h 402"/>
              <a:gd name="T52" fmla="*/ 23 w 402"/>
              <a:gd name="T53" fmla="*/ 274 h 402"/>
              <a:gd name="T54" fmla="*/ 33 w 402"/>
              <a:gd name="T55" fmla="*/ 249 h 402"/>
              <a:gd name="T56" fmla="*/ 26 w 402"/>
              <a:gd name="T57" fmla="*/ 207 h 402"/>
              <a:gd name="T58" fmla="*/ 9 w 402"/>
              <a:gd name="T59" fmla="*/ 187 h 402"/>
              <a:gd name="T60" fmla="*/ 14 w 402"/>
              <a:gd name="T61" fmla="*/ 155 h 402"/>
              <a:gd name="T62" fmla="*/ 37 w 402"/>
              <a:gd name="T63" fmla="*/ 141 h 402"/>
              <a:gd name="T64" fmla="*/ 56 w 402"/>
              <a:gd name="T65" fmla="*/ 103 h 402"/>
              <a:gd name="T66" fmla="*/ 54 w 402"/>
              <a:gd name="T67" fmla="*/ 76 h 402"/>
              <a:gd name="T68" fmla="*/ 77 w 402"/>
              <a:gd name="T69" fmla="*/ 53 h 402"/>
              <a:gd name="T70" fmla="*/ 103 w 402"/>
              <a:gd name="T71" fmla="*/ 55 h 402"/>
              <a:gd name="T72" fmla="*/ 141 w 402"/>
              <a:gd name="T73" fmla="*/ 36 h 402"/>
              <a:gd name="T74" fmla="*/ 155 w 402"/>
              <a:gd name="T75" fmla="*/ 14 h 402"/>
              <a:gd name="T76" fmla="*/ 187 w 402"/>
              <a:gd name="T77" fmla="*/ 9 h 402"/>
              <a:gd name="T78" fmla="*/ 208 w 402"/>
              <a:gd name="T79" fmla="*/ 26 h 402"/>
              <a:gd name="T80" fmla="*/ 250 w 402"/>
              <a:gd name="T81" fmla="*/ 32 h 402"/>
              <a:gd name="T82" fmla="*/ 274 w 402"/>
              <a:gd name="T83" fmla="*/ 22 h 402"/>
              <a:gd name="T84" fmla="*/ 303 w 402"/>
              <a:gd name="T85" fmla="*/ 37 h 402"/>
              <a:gd name="T86" fmla="*/ 309 w 402"/>
              <a:gd name="T87" fmla="*/ 63 h 402"/>
              <a:gd name="T88" fmla="*/ 339 w 402"/>
              <a:gd name="T89" fmla="*/ 93 h 402"/>
              <a:gd name="T90" fmla="*/ 365 w 402"/>
              <a:gd name="T91" fmla="*/ 99 h 402"/>
            </a:gdLst>
            <a:rect l="0" t="0" r="r" b="b"/>
            <a:pathLst>
              <a:path w="402" h="402">
                <a:moveTo>
                  <a:pt x="365" y="99"/>
                </a:moveTo>
                <a:cubicBezTo>
                  <a:pt x="378" y="102"/>
                  <a:pt x="385" y="115"/>
                  <a:pt x="380" y="128"/>
                </a:cubicBezTo>
                <a:cubicBezTo>
                  <a:pt x="370" y="153"/>
                  <a:pt x="370" y="153"/>
                  <a:pt x="370" y="153"/>
                </a:cubicBezTo>
                <a:cubicBezTo>
                  <a:pt x="365" y="165"/>
                  <a:pt x="368" y="184"/>
                  <a:pt x="377" y="195"/>
                </a:cubicBezTo>
                <a:cubicBezTo>
                  <a:pt x="394" y="215"/>
                  <a:pt x="394" y="215"/>
                  <a:pt x="394" y="215"/>
                </a:cubicBezTo>
                <a:cubicBezTo>
                  <a:pt x="402" y="225"/>
                  <a:pt x="400" y="240"/>
                  <a:pt x="389" y="247"/>
                </a:cubicBezTo>
                <a:cubicBezTo>
                  <a:pt x="366" y="261"/>
                  <a:pt x="366" y="261"/>
                  <a:pt x="366" y="261"/>
                </a:cubicBezTo>
                <a:cubicBezTo>
                  <a:pt x="365" y="262"/>
                  <a:pt x="364" y="263"/>
                  <a:pt x="362" y="264"/>
                </a:cubicBezTo>
                <a:cubicBezTo>
                  <a:pt x="360" y="260"/>
                  <a:pt x="358" y="256"/>
                  <a:pt x="355" y="252"/>
                </a:cubicBezTo>
                <a:cubicBezTo>
                  <a:pt x="343" y="231"/>
                  <a:pt x="335" y="209"/>
                  <a:pt x="332" y="184"/>
                </a:cubicBezTo>
                <a:cubicBezTo>
                  <a:pt x="322" y="121"/>
                  <a:pt x="268" y="72"/>
                  <a:pt x="201" y="72"/>
                </a:cubicBezTo>
                <a:cubicBezTo>
                  <a:pt x="166" y="72"/>
                  <a:pt x="133" y="86"/>
                  <a:pt x="110" y="109"/>
                </a:cubicBezTo>
                <a:cubicBezTo>
                  <a:pt x="87" y="133"/>
                  <a:pt x="72" y="165"/>
                  <a:pt x="72" y="201"/>
                </a:cubicBezTo>
                <a:cubicBezTo>
                  <a:pt x="72" y="267"/>
                  <a:pt x="121" y="322"/>
                  <a:pt x="185" y="331"/>
                </a:cubicBezTo>
                <a:cubicBezTo>
                  <a:pt x="209" y="335"/>
                  <a:pt x="232" y="343"/>
                  <a:pt x="253" y="355"/>
                </a:cubicBezTo>
                <a:cubicBezTo>
                  <a:pt x="257" y="357"/>
                  <a:pt x="261" y="359"/>
                  <a:pt x="264" y="362"/>
                </a:cubicBezTo>
                <a:cubicBezTo>
                  <a:pt x="263" y="363"/>
                  <a:pt x="262" y="364"/>
                  <a:pt x="261" y="366"/>
                </a:cubicBezTo>
                <a:cubicBezTo>
                  <a:pt x="247" y="388"/>
                  <a:pt x="247" y="388"/>
                  <a:pt x="247" y="388"/>
                </a:cubicBezTo>
                <a:cubicBezTo>
                  <a:pt x="240" y="400"/>
                  <a:pt x="226" y="402"/>
                  <a:pt x="215" y="393"/>
                </a:cubicBezTo>
                <a:cubicBezTo>
                  <a:pt x="195" y="376"/>
                  <a:pt x="195" y="376"/>
                  <a:pt x="195" y="376"/>
                </a:cubicBezTo>
                <a:cubicBezTo>
                  <a:pt x="185" y="367"/>
                  <a:pt x="166" y="364"/>
                  <a:pt x="153" y="369"/>
                </a:cubicBezTo>
                <a:cubicBezTo>
                  <a:pt x="129" y="379"/>
                  <a:pt x="129" y="379"/>
                  <a:pt x="129" y="379"/>
                </a:cubicBezTo>
                <a:cubicBezTo>
                  <a:pt x="116" y="384"/>
                  <a:pt x="103" y="378"/>
                  <a:pt x="100" y="365"/>
                </a:cubicBezTo>
                <a:cubicBezTo>
                  <a:pt x="93" y="339"/>
                  <a:pt x="93" y="339"/>
                  <a:pt x="93" y="339"/>
                </a:cubicBezTo>
                <a:cubicBezTo>
                  <a:pt x="90" y="326"/>
                  <a:pt x="76" y="312"/>
                  <a:pt x="63" y="309"/>
                </a:cubicBezTo>
                <a:cubicBezTo>
                  <a:pt x="38" y="303"/>
                  <a:pt x="38" y="303"/>
                  <a:pt x="38" y="303"/>
                </a:cubicBezTo>
                <a:cubicBezTo>
                  <a:pt x="24" y="299"/>
                  <a:pt x="18" y="286"/>
                  <a:pt x="23" y="274"/>
                </a:cubicBezTo>
                <a:cubicBezTo>
                  <a:pt x="33" y="249"/>
                  <a:pt x="33" y="249"/>
                  <a:pt x="33" y="249"/>
                </a:cubicBezTo>
                <a:cubicBezTo>
                  <a:pt x="38" y="236"/>
                  <a:pt x="35" y="217"/>
                  <a:pt x="26" y="207"/>
                </a:cubicBezTo>
                <a:cubicBezTo>
                  <a:pt x="9" y="187"/>
                  <a:pt x="9" y="187"/>
                  <a:pt x="9" y="187"/>
                </a:cubicBezTo>
                <a:cubicBezTo>
                  <a:pt x="0" y="176"/>
                  <a:pt x="3" y="162"/>
                  <a:pt x="14" y="155"/>
                </a:cubicBezTo>
                <a:cubicBezTo>
                  <a:pt x="37" y="141"/>
                  <a:pt x="37" y="141"/>
                  <a:pt x="37" y="141"/>
                </a:cubicBezTo>
                <a:cubicBezTo>
                  <a:pt x="48" y="133"/>
                  <a:pt x="57" y="116"/>
                  <a:pt x="56" y="103"/>
                </a:cubicBezTo>
                <a:cubicBezTo>
                  <a:pt x="54" y="76"/>
                  <a:pt x="54" y="76"/>
                  <a:pt x="54" y="76"/>
                </a:cubicBezTo>
                <a:cubicBezTo>
                  <a:pt x="53" y="63"/>
                  <a:pt x="63" y="53"/>
                  <a:pt x="77" y="53"/>
                </a:cubicBezTo>
                <a:cubicBezTo>
                  <a:pt x="103" y="55"/>
                  <a:pt x="103" y="55"/>
                  <a:pt x="103" y="55"/>
                </a:cubicBezTo>
                <a:cubicBezTo>
                  <a:pt x="117" y="56"/>
                  <a:pt x="134" y="48"/>
                  <a:pt x="141" y="36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62" y="2"/>
                  <a:pt x="177" y="0"/>
                  <a:pt x="187" y="9"/>
                </a:cubicBezTo>
                <a:cubicBezTo>
                  <a:pt x="208" y="26"/>
                  <a:pt x="208" y="26"/>
                  <a:pt x="208" y="26"/>
                </a:cubicBezTo>
                <a:cubicBezTo>
                  <a:pt x="218" y="34"/>
                  <a:pt x="237" y="37"/>
                  <a:pt x="250" y="32"/>
                </a:cubicBezTo>
                <a:cubicBezTo>
                  <a:pt x="274" y="22"/>
                  <a:pt x="274" y="22"/>
                  <a:pt x="274" y="22"/>
                </a:cubicBezTo>
                <a:cubicBezTo>
                  <a:pt x="287" y="17"/>
                  <a:pt x="300" y="24"/>
                  <a:pt x="303" y="37"/>
                </a:cubicBezTo>
                <a:cubicBezTo>
                  <a:pt x="309" y="63"/>
                  <a:pt x="309" y="63"/>
                  <a:pt x="309" y="63"/>
                </a:cubicBezTo>
                <a:cubicBezTo>
                  <a:pt x="313" y="76"/>
                  <a:pt x="326" y="89"/>
                  <a:pt x="339" y="93"/>
                </a:cubicBezTo>
                <a:lnTo>
                  <a:pt x="365" y="99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Freeform 384">
            <a:extLst xmlns:a="http://schemas.openxmlformats.org/drawingml/2006/main">
              <a:ext uri="{FF2B5EF4-FFF2-40B4-BE49-F238E27FC236}">
                <a16:creationId xmlns:a16="http://schemas.microsoft.com/office/drawing/2014/main" id="{D4789678-C0B4-E3AA-1301-530E4C78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3317" y="3481768"/>
            <a:ext cx="342900" cy="342900"/>
          </a:xfrm>
          <a:custGeom xmlns:a="http://schemas.openxmlformats.org/drawingml/2006/main">
            <a:gdLst>
              <a:gd name="T0" fmla="*/ 16 w 108"/>
              <a:gd name="T1" fmla="*/ 104 h 108"/>
              <a:gd name="T2" fmla="*/ 4 w 108"/>
              <a:gd name="T3" fmla="*/ 104 h 108"/>
              <a:gd name="T4" fmla="*/ 4 w 108"/>
              <a:gd name="T5" fmla="*/ 92 h 108"/>
              <a:gd name="T6" fmla="*/ 92 w 108"/>
              <a:gd name="T7" fmla="*/ 4 h 108"/>
              <a:gd name="T8" fmla="*/ 104 w 108"/>
              <a:gd name="T9" fmla="*/ 4 h 108"/>
              <a:gd name="T10" fmla="*/ 105 w 108"/>
              <a:gd name="T11" fmla="*/ 16 h 108"/>
              <a:gd name="T12" fmla="*/ 16 w 108"/>
              <a:gd name="T13" fmla="*/ 104 h 108"/>
            </a:gdLst>
            <a:rect l="0" t="0" r="r" b="b"/>
            <a:pathLst>
              <a:path w="108" h="108">
                <a:moveTo>
                  <a:pt x="16" y="104"/>
                </a:moveTo>
                <a:cubicBezTo>
                  <a:pt x="13" y="108"/>
                  <a:pt x="7" y="108"/>
                  <a:pt x="4" y="104"/>
                </a:cubicBezTo>
                <a:cubicBezTo>
                  <a:pt x="0" y="101"/>
                  <a:pt x="0" y="95"/>
                  <a:pt x="4" y="92"/>
                </a:cubicBezTo>
                <a:cubicBezTo>
                  <a:pt x="92" y="4"/>
                  <a:pt x="92" y="4"/>
                  <a:pt x="92" y="4"/>
                </a:cubicBezTo>
                <a:cubicBezTo>
                  <a:pt x="96" y="0"/>
                  <a:pt x="101" y="0"/>
                  <a:pt x="104" y="4"/>
                </a:cubicBezTo>
                <a:cubicBezTo>
                  <a:pt x="108" y="7"/>
                  <a:pt x="108" y="13"/>
                  <a:pt x="105" y="16"/>
                </a:cubicBezTo>
                <a:lnTo>
                  <a:pt x="16" y="104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Freeform 385">
            <a:extLst xmlns:a="http://schemas.openxmlformats.org/drawingml/2006/main">
              <a:ext uri="{FF2B5EF4-FFF2-40B4-BE49-F238E27FC236}">
                <a16:creationId xmlns:a16="http://schemas.microsoft.com/office/drawing/2014/main" id="{064CBEEE-3DA7-45FF-DA05-613598A5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5392" y="3573843"/>
            <a:ext cx="339725" cy="339725"/>
          </a:xfrm>
          <a:custGeom xmlns:a="http://schemas.openxmlformats.org/drawingml/2006/main">
            <a:gdLst>
              <a:gd name="T0" fmla="*/ 104 w 107"/>
              <a:gd name="T1" fmla="*/ 15 h 107"/>
              <a:gd name="T2" fmla="*/ 16 w 107"/>
              <a:gd name="T3" fmla="*/ 104 h 107"/>
              <a:gd name="T4" fmla="*/ 3 w 107"/>
              <a:gd name="T5" fmla="*/ 104 h 107"/>
              <a:gd name="T6" fmla="*/ 3 w 107"/>
              <a:gd name="T7" fmla="*/ 91 h 107"/>
              <a:gd name="T8" fmla="*/ 92 w 107"/>
              <a:gd name="T9" fmla="*/ 3 h 107"/>
              <a:gd name="T10" fmla="*/ 104 w 107"/>
              <a:gd name="T11" fmla="*/ 3 h 107"/>
              <a:gd name="T12" fmla="*/ 104 w 107"/>
              <a:gd name="T13" fmla="*/ 15 h 107"/>
            </a:gdLst>
            <a:rect l="0" t="0" r="r" b="b"/>
            <a:pathLst>
              <a:path w="107" h="107">
                <a:moveTo>
                  <a:pt x="104" y="15"/>
                </a:moveTo>
                <a:cubicBezTo>
                  <a:pt x="16" y="104"/>
                  <a:pt x="16" y="104"/>
                  <a:pt x="16" y="104"/>
                </a:cubicBezTo>
                <a:cubicBezTo>
                  <a:pt x="12" y="107"/>
                  <a:pt x="7" y="107"/>
                  <a:pt x="3" y="104"/>
                </a:cubicBezTo>
                <a:cubicBezTo>
                  <a:pt x="0" y="100"/>
                  <a:pt x="0" y="95"/>
                  <a:pt x="3" y="91"/>
                </a:cubicBezTo>
                <a:cubicBezTo>
                  <a:pt x="92" y="3"/>
                  <a:pt x="92" y="3"/>
                  <a:pt x="92" y="3"/>
                </a:cubicBezTo>
                <a:cubicBezTo>
                  <a:pt x="95" y="0"/>
                  <a:pt x="101" y="0"/>
                  <a:pt x="104" y="3"/>
                </a:cubicBezTo>
                <a:cubicBezTo>
                  <a:pt x="107" y="6"/>
                  <a:pt x="107" y="12"/>
                  <a:pt x="104" y="1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Freeform 386">
            <a:extLst xmlns:a="http://schemas.openxmlformats.org/drawingml/2006/main">
              <a:ext uri="{FF2B5EF4-FFF2-40B4-BE49-F238E27FC236}">
                <a16:creationId xmlns:a16="http://schemas.microsoft.com/office/drawing/2014/main" id="{1B199EA6-3301-ECF2-9A86-26936E1F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8267" y="3716718"/>
            <a:ext cx="234950" cy="234950"/>
          </a:xfrm>
          <a:custGeom xmlns:a="http://schemas.openxmlformats.org/drawingml/2006/main">
            <a:gdLst>
              <a:gd name="T0" fmla="*/ 71 w 74"/>
              <a:gd name="T1" fmla="*/ 16 h 74"/>
              <a:gd name="T2" fmla="*/ 16 w 74"/>
              <a:gd name="T3" fmla="*/ 70 h 74"/>
              <a:gd name="T4" fmla="*/ 4 w 74"/>
              <a:gd name="T5" fmla="*/ 70 h 74"/>
              <a:gd name="T6" fmla="*/ 4 w 74"/>
              <a:gd name="T7" fmla="*/ 58 h 74"/>
              <a:gd name="T8" fmla="*/ 58 w 74"/>
              <a:gd name="T9" fmla="*/ 3 h 74"/>
              <a:gd name="T10" fmla="*/ 71 w 74"/>
              <a:gd name="T11" fmla="*/ 3 h 74"/>
              <a:gd name="T12" fmla="*/ 71 w 74"/>
              <a:gd name="T13" fmla="*/ 16 h 74"/>
            </a:gdLst>
            <a:rect l="0" t="0" r="r" b="b"/>
            <a:pathLst>
              <a:path w="74" h="74">
                <a:moveTo>
                  <a:pt x="71" y="16"/>
                </a:moveTo>
                <a:cubicBezTo>
                  <a:pt x="16" y="70"/>
                  <a:pt x="16" y="70"/>
                  <a:pt x="16" y="70"/>
                </a:cubicBezTo>
                <a:cubicBezTo>
                  <a:pt x="13" y="74"/>
                  <a:pt x="7" y="74"/>
                  <a:pt x="4" y="70"/>
                </a:cubicBezTo>
                <a:cubicBezTo>
                  <a:pt x="0" y="67"/>
                  <a:pt x="0" y="61"/>
                  <a:pt x="4" y="58"/>
                </a:cubicBezTo>
                <a:cubicBezTo>
                  <a:pt x="58" y="3"/>
                  <a:pt x="58" y="3"/>
                  <a:pt x="58" y="3"/>
                </a:cubicBezTo>
                <a:cubicBezTo>
                  <a:pt x="62" y="0"/>
                  <a:pt x="67" y="0"/>
                  <a:pt x="71" y="3"/>
                </a:cubicBezTo>
                <a:cubicBezTo>
                  <a:pt x="74" y="7"/>
                  <a:pt x="74" y="12"/>
                  <a:pt x="71" y="1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Freeform 387">
            <a:extLst xmlns:a="http://schemas.openxmlformats.org/drawingml/2006/main">
              <a:ext uri="{FF2B5EF4-FFF2-40B4-BE49-F238E27FC236}">
                <a16:creationId xmlns:a16="http://schemas.microsoft.com/office/drawing/2014/main" id="{EA03ACFB-22DE-31E2-5ED0-4C18C836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0740" y="5063292"/>
            <a:ext cx="1024780" cy="1024778"/>
          </a:xfrm>
          <a:custGeom xmlns:a="http://schemas.openxmlformats.org/drawingml/2006/main">
            <a:gdLst>
              <a:gd name="T0" fmla="*/ 113 w 301"/>
              <a:gd name="T1" fmla="*/ 42 h 301"/>
              <a:gd name="T2" fmla="*/ 181 w 301"/>
              <a:gd name="T3" fmla="*/ 18 h 301"/>
              <a:gd name="T4" fmla="*/ 192 w 301"/>
              <a:gd name="T5" fmla="*/ 11 h 301"/>
              <a:gd name="T6" fmla="*/ 207 w 301"/>
              <a:gd name="T7" fmla="*/ 0 h 301"/>
              <a:gd name="T8" fmla="*/ 301 w 301"/>
              <a:gd name="T9" fmla="*/ 94 h 301"/>
              <a:gd name="T10" fmla="*/ 290 w 301"/>
              <a:gd name="T11" fmla="*/ 109 h 301"/>
              <a:gd name="T12" fmla="*/ 283 w 301"/>
              <a:gd name="T13" fmla="*/ 121 h 301"/>
              <a:gd name="T14" fmla="*/ 260 w 301"/>
              <a:gd name="T15" fmla="*/ 189 h 301"/>
              <a:gd name="T16" fmla="*/ 129 w 301"/>
              <a:gd name="T17" fmla="*/ 301 h 301"/>
              <a:gd name="T18" fmla="*/ 38 w 301"/>
              <a:gd name="T19" fmla="*/ 264 h 301"/>
              <a:gd name="T20" fmla="*/ 0 w 301"/>
              <a:gd name="T21" fmla="*/ 172 h 301"/>
              <a:gd name="T22" fmla="*/ 113 w 301"/>
              <a:gd name="T23" fmla="*/ 42 h 301"/>
            </a:gdLst>
            <a:rect l="0" t="0" r="r" b="b"/>
            <a:pathLst>
              <a:path w="301" h="301">
                <a:moveTo>
                  <a:pt x="113" y="42"/>
                </a:moveTo>
                <a:cubicBezTo>
                  <a:pt x="137" y="38"/>
                  <a:pt x="160" y="30"/>
                  <a:pt x="181" y="18"/>
                </a:cubicBezTo>
                <a:cubicBezTo>
                  <a:pt x="185" y="16"/>
                  <a:pt x="189" y="14"/>
                  <a:pt x="192" y="11"/>
                </a:cubicBezTo>
                <a:cubicBezTo>
                  <a:pt x="207" y="0"/>
                  <a:pt x="207" y="0"/>
                  <a:pt x="207" y="0"/>
                </a:cubicBezTo>
                <a:cubicBezTo>
                  <a:pt x="301" y="94"/>
                  <a:pt x="301" y="94"/>
                  <a:pt x="301" y="94"/>
                </a:cubicBezTo>
                <a:cubicBezTo>
                  <a:pt x="290" y="109"/>
                  <a:pt x="290" y="109"/>
                  <a:pt x="290" y="109"/>
                </a:cubicBezTo>
                <a:cubicBezTo>
                  <a:pt x="288" y="113"/>
                  <a:pt x="286" y="117"/>
                  <a:pt x="283" y="121"/>
                </a:cubicBezTo>
                <a:cubicBezTo>
                  <a:pt x="271" y="142"/>
                  <a:pt x="263" y="164"/>
                  <a:pt x="260" y="189"/>
                </a:cubicBezTo>
                <a:cubicBezTo>
                  <a:pt x="250" y="252"/>
                  <a:pt x="196" y="301"/>
                  <a:pt x="129" y="301"/>
                </a:cubicBezTo>
                <a:cubicBezTo>
                  <a:pt x="94" y="301"/>
                  <a:pt x="61" y="287"/>
                  <a:pt x="38" y="264"/>
                </a:cubicBezTo>
                <a:cubicBezTo>
                  <a:pt x="15" y="240"/>
                  <a:pt x="0" y="208"/>
                  <a:pt x="0" y="172"/>
                </a:cubicBezTo>
                <a:cubicBezTo>
                  <a:pt x="0" y="106"/>
                  <a:pt x="49" y="51"/>
                  <a:pt x="113" y="42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Freeform 388">
            <a:extLst xmlns:a="http://schemas.openxmlformats.org/drawingml/2006/main">
              <a:ext uri="{FF2B5EF4-FFF2-40B4-BE49-F238E27FC236}">
                <a16:creationId xmlns:a16="http://schemas.microsoft.com/office/drawing/2014/main" id="{6C450F49-7413-472F-FDAE-9600C425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692" y="5005768"/>
            <a:ext cx="1276350" cy="1276350"/>
          </a:xfrm>
          <a:custGeom xmlns:a="http://schemas.openxmlformats.org/drawingml/2006/main">
            <a:gdLst>
              <a:gd name="T0" fmla="*/ 100 w 402"/>
              <a:gd name="T1" fmla="*/ 37 h 402"/>
              <a:gd name="T2" fmla="*/ 129 w 402"/>
              <a:gd name="T3" fmla="*/ 23 h 402"/>
              <a:gd name="T4" fmla="*/ 153 w 402"/>
              <a:gd name="T5" fmla="*/ 33 h 402"/>
              <a:gd name="T6" fmla="*/ 195 w 402"/>
              <a:gd name="T7" fmla="*/ 26 h 402"/>
              <a:gd name="T8" fmla="*/ 215 w 402"/>
              <a:gd name="T9" fmla="*/ 9 h 402"/>
              <a:gd name="T10" fmla="*/ 247 w 402"/>
              <a:gd name="T11" fmla="*/ 14 h 402"/>
              <a:gd name="T12" fmla="*/ 261 w 402"/>
              <a:gd name="T13" fmla="*/ 36 h 402"/>
              <a:gd name="T14" fmla="*/ 264 w 402"/>
              <a:gd name="T15" fmla="*/ 40 h 402"/>
              <a:gd name="T16" fmla="*/ 253 w 402"/>
              <a:gd name="T17" fmla="*/ 47 h 402"/>
              <a:gd name="T18" fmla="*/ 185 w 402"/>
              <a:gd name="T19" fmla="*/ 71 h 402"/>
              <a:gd name="T20" fmla="*/ 72 w 402"/>
              <a:gd name="T21" fmla="*/ 201 h 402"/>
              <a:gd name="T22" fmla="*/ 110 w 402"/>
              <a:gd name="T23" fmla="*/ 293 h 402"/>
              <a:gd name="T24" fmla="*/ 201 w 402"/>
              <a:gd name="T25" fmla="*/ 330 h 402"/>
              <a:gd name="T26" fmla="*/ 332 w 402"/>
              <a:gd name="T27" fmla="*/ 218 h 402"/>
              <a:gd name="T28" fmla="*/ 355 w 402"/>
              <a:gd name="T29" fmla="*/ 150 h 402"/>
              <a:gd name="T30" fmla="*/ 362 w 402"/>
              <a:gd name="T31" fmla="*/ 138 h 402"/>
              <a:gd name="T32" fmla="*/ 366 w 402"/>
              <a:gd name="T33" fmla="*/ 141 h 402"/>
              <a:gd name="T34" fmla="*/ 389 w 402"/>
              <a:gd name="T35" fmla="*/ 155 h 402"/>
              <a:gd name="T36" fmla="*/ 394 w 402"/>
              <a:gd name="T37" fmla="*/ 187 h 402"/>
              <a:gd name="T38" fmla="*/ 377 w 402"/>
              <a:gd name="T39" fmla="*/ 207 h 402"/>
              <a:gd name="T40" fmla="*/ 370 w 402"/>
              <a:gd name="T41" fmla="*/ 249 h 402"/>
              <a:gd name="T42" fmla="*/ 380 w 402"/>
              <a:gd name="T43" fmla="*/ 274 h 402"/>
              <a:gd name="T44" fmla="*/ 365 w 402"/>
              <a:gd name="T45" fmla="*/ 303 h 402"/>
              <a:gd name="T46" fmla="*/ 339 w 402"/>
              <a:gd name="T47" fmla="*/ 309 h 402"/>
              <a:gd name="T48" fmla="*/ 309 w 402"/>
              <a:gd name="T49" fmla="*/ 339 h 402"/>
              <a:gd name="T50" fmla="*/ 303 w 402"/>
              <a:gd name="T51" fmla="*/ 365 h 402"/>
              <a:gd name="T52" fmla="*/ 274 w 402"/>
              <a:gd name="T53" fmla="*/ 380 h 402"/>
              <a:gd name="T54" fmla="*/ 250 w 402"/>
              <a:gd name="T55" fmla="*/ 370 h 402"/>
              <a:gd name="T56" fmla="*/ 208 w 402"/>
              <a:gd name="T57" fmla="*/ 376 h 402"/>
              <a:gd name="T58" fmla="*/ 187 w 402"/>
              <a:gd name="T59" fmla="*/ 393 h 402"/>
              <a:gd name="T60" fmla="*/ 155 w 402"/>
              <a:gd name="T61" fmla="*/ 388 h 402"/>
              <a:gd name="T62" fmla="*/ 141 w 402"/>
              <a:gd name="T63" fmla="*/ 366 h 402"/>
              <a:gd name="T64" fmla="*/ 103 w 402"/>
              <a:gd name="T65" fmla="*/ 347 h 402"/>
              <a:gd name="T66" fmla="*/ 77 w 402"/>
              <a:gd name="T67" fmla="*/ 348 h 402"/>
              <a:gd name="T68" fmla="*/ 54 w 402"/>
              <a:gd name="T69" fmla="*/ 326 h 402"/>
              <a:gd name="T70" fmla="*/ 56 w 402"/>
              <a:gd name="T71" fmla="*/ 299 h 402"/>
              <a:gd name="T72" fmla="*/ 37 w 402"/>
              <a:gd name="T73" fmla="*/ 261 h 402"/>
              <a:gd name="T74" fmla="*/ 14 w 402"/>
              <a:gd name="T75" fmla="*/ 247 h 402"/>
              <a:gd name="T76" fmla="*/ 9 w 402"/>
              <a:gd name="T77" fmla="*/ 215 h 402"/>
              <a:gd name="T78" fmla="*/ 26 w 402"/>
              <a:gd name="T79" fmla="*/ 195 h 402"/>
              <a:gd name="T80" fmla="*/ 33 w 402"/>
              <a:gd name="T81" fmla="*/ 153 h 402"/>
              <a:gd name="T82" fmla="*/ 23 w 402"/>
              <a:gd name="T83" fmla="*/ 128 h 402"/>
              <a:gd name="T84" fmla="*/ 38 w 402"/>
              <a:gd name="T85" fmla="*/ 99 h 402"/>
              <a:gd name="T86" fmla="*/ 63 w 402"/>
              <a:gd name="T87" fmla="*/ 93 h 402"/>
              <a:gd name="T88" fmla="*/ 93 w 402"/>
              <a:gd name="T89" fmla="*/ 63 h 402"/>
              <a:gd name="T90" fmla="*/ 100 w 402"/>
              <a:gd name="T91" fmla="*/ 37 h 402"/>
            </a:gdLst>
            <a:rect l="0" t="0" r="r" b="b"/>
            <a:pathLst>
              <a:path w="402" h="402">
                <a:moveTo>
                  <a:pt x="100" y="37"/>
                </a:moveTo>
                <a:cubicBezTo>
                  <a:pt x="103" y="24"/>
                  <a:pt x="116" y="17"/>
                  <a:pt x="129" y="23"/>
                </a:cubicBezTo>
                <a:cubicBezTo>
                  <a:pt x="153" y="33"/>
                  <a:pt x="153" y="33"/>
                  <a:pt x="153" y="33"/>
                </a:cubicBezTo>
                <a:cubicBezTo>
                  <a:pt x="166" y="38"/>
                  <a:pt x="185" y="35"/>
                  <a:pt x="195" y="26"/>
                </a:cubicBezTo>
                <a:cubicBezTo>
                  <a:pt x="215" y="9"/>
                  <a:pt x="215" y="9"/>
                  <a:pt x="215" y="9"/>
                </a:cubicBezTo>
                <a:cubicBezTo>
                  <a:pt x="226" y="0"/>
                  <a:pt x="240" y="2"/>
                  <a:pt x="247" y="14"/>
                </a:cubicBezTo>
                <a:cubicBezTo>
                  <a:pt x="261" y="36"/>
                  <a:pt x="261" y="36"/>
                  <a:pt x="261" y="36"/>
                </a:cubicBezTo>
                <a:cubicBezTo>
                  <a:pt x="262" y="38"/>
                  <a:pt x="263" y="39"/>
                  <a:pt x="264" y="40"/>
                </a:cubicBezTo>
                <a:cubicBezTo>
                  <a:pt x="261" y="43"/>
                  <a:pt x="257" y="45"/>
                  <a:pt x="253" y="47"/>
                </a:cubicBezTo>
                <a:cubicBezTo>
                  <a:pt x="232" y="59"/>
                  <a:pt x="209" y="67"/>
                  <a:pt x="185" y="71"/>
                </a:cubicBezTo>
                <a:cubicBezTo>
                  <a:pt x="121" y="80"/>
                  <a:pt x="72" y="135"/>
                  <a:pt x="72" y="201"/>
                </a:cubicBezTo>
                <a:cubicBezTo>
                  <a:pt x="72" y="237"/>
                  <a:pt x="87" y="269"/>
                  <a:pt x="110" y="293"/>
                </a:cubicBezTo>
                <a:cubicBezTo>
                  <a:pt x="133" y="316"/>
                  <a:pt x="166" y="330"/>
                  <a:pt x="201" y="330"/>
                </a:cubicBezTo>
                <a:cubicBezTo>
                  <a:pt x="268" y="330"/>
                  <a:pt x="322" y="281"/>
                  <a:pt x="332" y="218"/>
                </a:cubicBezTo>
                <a:cubicBezTo>
                  <a:pt x="335" y="194"/>
                  <a:pt x="343" y="171"/>
                  <a:pt x="355" y="150"/>
                </a:cubicBezTo>
                <a:cubicBezTo>
                  <a:pt x="358" y="146"/>
                  <a:pt x="360" y="142"/>
                  <a:pt x="362" y="138"/>
                </a:cubicBezTo>
                <a:cubicBezTo>
                  <a:pt x="364" y="139"/>
                  <a:pt x="365" y="140"/>
                  <a:pt x="366" y="141"/>
                </a:cubicBezTo>
                <a:cubicBezTo>
                  <a:pt x="389" y="155"/>
                  <a:pt x="389" y="155"/>
                  <a:pt x="389" y="155"/>
                </a:cubicBezTo>
                <a:cubicBezTo>
                  <a:pt x="400" y="162"/>
                  <a:pt x="402" y="177"/>
                  <a:pt x="394" y="187"/>
                </a:cubicBezTo>
                <a:cubicBezTo>
                  <a:pt x="377" y="207"/>
                  <a:pt x="377" y="207"/>
                  <a:pt x="377" y="207"/>
                </a:cubicBezTo>
                <a:cubicBezTo>
                  <a:pt x="368" y="218"/>
                  <a:pt x="365" y="237"/>
                  <a:pt x="370" y="249"/>
                </a:cubicBezTo>
                <a:cubicBezTo>
                  <a:pt x="380" y="274"/>
                  <a:pt x="380" y="274"/>
                  <a:pt x="380" y="274"/>
                </a:cubicBezTo>
                <a:cubicBezTo>
                  <a:pt x="385" y="287"/>
                  <a:pt x="378" y="300"/>
                  <a:pt x="365" y="303"/>
                </a:cubicBezTo>
                <a:cubicBezTo>
                  <a:pt x="339" y="309"/>
                  <a:pt x="339" y="309"/>
                  <a:pt x="339" y="309"/>
                </a:cubicBezTo>
                <a:cubicBezTo>
                  <a:pt x="326" y="312"/>
                  <a:pt x="313" y="326"/>
                  <a:pt x="309" y="339"/>
                </a:cubicBezTo>
                <a:cubicBezTo>
                  <a:pt x="303" y="365"/>
                  <a:pt x="303" y="365"/>
                  <a:pt x="303" y="365"/>
                </a:cubicBezTo>
                <a:cubicBezTo>
                  <a:pt x="300" y="378"/>
                  <a:pt x="287" y="385"/>
                  <a:pt x="274" y="380"/>
                </a:cubicBezTo>
                <a:cubicBezTo>
                  <a:pt x="250" y="370"/>
                  <a:pt x="250" y="370"/>
                  <a:pt x="250" y="370"/>
                </a:cubicBezTo>
                <a:cubicBezTo>
                  <a:pt x="237" y="365"/>
                  <a:pt x="218" y="368"/>
                  <a:pt x="208" y="376"/>
                </a:cubicBezTo>
                <a:cubicBezTo>
                  <a:pt x="187" y="393"/>
                  <a:pt x="187" y="393"/>
                  <a:pt x="187" y="393"/>
                </a:cubicBezTo>
                <a:cubicBezTo>
                  <a:pt x="177" y="402"/>
                  <a:pt x="162" y="400"/>
                  <a:pt x="155" y="388"/>
                </a:cubicBezTo>
                <a:cubicBezTo>
                  <a:pt x="141" y="366"/>
                  <a:pt x="141" y="366"/>
                  <a:pt x="141" y="366"/>
                </a:cubicBezTo>
                <a:cubicBezTo>
                  <a:pt x="134" y="354"/>
                  <a:pt x="117" y="346"/>
                  <a:pt x="103" y="347"/>
                </a:cubicBezTo>
                <a:cubicBezTo>
                  <a:pt x="77" y="348"/>
                  <a:pt x="77" y="348"/>
                  <a:pt x="77" y="348"/>
                </a:cubicBezTo>
                <a:cubicBezTo>
                  <a:pt x="63" y="349"/>
                  <a:pt x="53" y="339"/>
                  <a:pt x="54" y="326"/>
                </a:cubicBezTo>
                <a:cubicBezTo>
                  <a:pt x="56" y="299"/>
                  <a:pt x="56" y="299"/>
                  <a:pt x="56" y="299"/>
                </a:cubicBezTo>
                <a:cubicBezTo>
                  <a:pt x="57" y="285"/>
                  <a:pt x="48" y="268"/>
                  <a:pt x="37" y="261"/>
                </a:cubicBezTo>
                <a:cubicBezTo>
                  <a:pt x="14" y="247"/>
                  <a:pt x="14" y="247"/>
                  <a:pt x="14" y="247"/>
                </a:cubicBezTo>
                <a:cubicBezTo>
                  <a:pt x="3" y="240"/>
                  <a:pt x="0" y="226"/>
                  <a:pt x="9" y="215"/>
                </a:cubicBezTo>
                <a:cubicBezTo>
                  <a:pt x="26" y="195"/>
                  <a:pt x="26" y="195"/>
                  <a:pt x="26" y="195"/>
                </a:cubicBezTo>
                <a:cubicBezTo>
                  <a:pt x="35" y="184"/>
                  <a:pt x="38" y="166"/>
                  <a:pt x="33" y="153"/>
                </a:cubicBezTo>
                <a:cubicBezTo>
                  <a:pt x="23" y="128"/>
                  <a:pt x="23" y="128"/>
                  <a:pt x="23" y="128"/>
                </a:cubicBezTo>
                <a:cubicBezTo>
                  <a:pt x="18" y="116"/>
                  <a:pt x="24" y="103"/>
                  <a:pt x="38" y="99"/>
                </a:cubicBezTo>
                <a:cubicBezTo>
                  <a:pt x="63" y="93"/>
                  <a:pt x="63" y="93"/>
                  <a:pt x="63" y="93"/>
                </a:cubicBezTo>
                <a:cubicBezTo>
                  <a:pt x="76" y="90"/>
                  <a:pt x="90" y="76"/>
                  <a:pt x="93" y="63"/>
                </a:cubicBezTo>
                <a:lnTo>
                  <a:pt x="100" y="37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7" name="Freeform 389">
            <a:extLst xmlns:a="http://schemas.openxmlformats.org/drawingml/2006/main">
              <a:ext uri="{FF2B5EF4-FFF2-40B4-BE49-F238E27FC236}">
                <a16:creationId xmlns:a16="http://schemas.microsoft.com/office/drawing/2014/main" id="{D823B21B-A2B2-4DD9-F9C2-26483EF9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0143" y="5005769"/>
            <a:ext cx="339725" cy="339725"/>
          </a:xfrm>
          <a:custGeom xmlns:a="http://schemas.openxmlformats.org/drawingml/2006/main">
            <a:gdLst>
              <a:gd name="T0" fmla="*/ 104 w 107"/>
              <a:gd name="T1" fmla="*/ 91 h 107"/>
              <a:gd name="T2" fmla="*/ 104 w 107"/>
              <a:gd name="T3" fmla="*/ 104 h 107"/>
              <a:gd name="T4" fmla="*/ 91 w 107"/>
              <a:gd name="T5" fmla="*/ 104 h 107"/>
              <a:gd name="T6" fmla="*/ 3 w 107"/>
              <a:gd name="T7" fmla="*/ 15 h 107"/>
              <a:gd name="T8" fmla="*/ 3 w 107"/>
              <a:gd name="T9" fmla="*/ 3 h 107"/>
              <a:gd name="T10" fmla="*/ 15 w 107"/>
              <a:gd name="T11" fmla="*/ 3 h 107"/>
              <a:gd name="T12" fmla="*/ 104 w 107"/>
              <a:gd name="T13" fmla="*/ 91 h 107"/>
            </a:gdLst>
            <a:rect l="0" t="0" r="r" b="b"/>
            <a:pathLst>
              <a:path w="107" h="107">
                <a:moveTo>
                  <a:pt x="104" y="91"/>
                </a:moveTo>
                <a:cubicBezTo>
                  <a:pt x="107" y="95"/>
                  <a:pt x="107" y="100"/>
                  <a:pt x="104" y="104"/>
                </a:cubicBezTo>
                <a:cubicBezTo>
                  <a:pt x="100" y="107"/>
                  <a:pt x="95" y="107"/>
                  <a:pt x="91" y="104"/>
                </a:cubicBezTo>
                <a:cubicBezTo>
                  <a:pt x="3" y="15"/>
                  <a:pt x="3" y="15"/>
                  <a:pt x="3" y="15"/>
                </a:cubicBezTo>
                <a:cubicBezTo>
                  <a:pt x="0" y="12"/>
                  <a:pt x="0" y="6"/>
                  <a:pt x="3" y="3"/>
                </a:cubicBezTo>
                <a:cubicBezTo>
                  <a:pt x="7" y="0"/>
                  <a:pt x="12" y="0"/>
                  <a:pt x="15" y="3"/>
                </a:cubicBezTo>
                <a:lnTo>
                  <a:pt x="104" y="9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8" name="Freeform 390">
            <a:extLst xmlns:a="http://schemas.openxmlformats.org/drawingml/2006/main">
              <a:ext uri="{FF2B5EF4-FFF2-40B4-BE49-F238E27FC236}">
                <a16:creationId xmlns:a16="http://schemas.microsoft.com/office/drawing/2014/main" id="{FF8139FE-0322-4A0B-636D-6C8F6762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9043" y="4913694"/>
            <a:ext cx="342900" cy="342900"/>
          </a:xfrm>
          <a:custGeom xmlns:a="http://schemas.openxmlformats.org/drawingml/2006/main">
            <a:gdLst>
              <a:gd name="T0" fmla="*/ 16 w 108"/>
              <a:gd name="T1" fmla="*/ 4 h 108"/>
              <a:gd name="T2" fmla="*/ 104 w 108"/>
              <a:gd name="T3" fmla="*/ 92 h 108"/>
              <a:gd name="T4" fmla="*/ 104 w 108"/>
              <a:gd name="T5" fmla="*/ 104 h 108"/>
              <a:gd name="T6" fmla="*/ 92 w 108"/>
              <a:gd name="T7" fmla="*/ 104 h 108"/>
              <a:gd name="T8" fmla="*/ 4 w 108"/>
              <a:gd name="T9" fmla="*/ 16 h 108"/>
              <a:gd name="T10" fmla="*/ 4 w 108"/>
              <a:gd name="T11" fmla="*/ 4 h 108"/>
              <a:gd name="T12" fmla="*/ 16 w 108"/>
              <a:gd name="T13" fmla="*/ 4 h 108"/>
            </a:gdLst>
            <a:rect l="0" t="0" r="r" b="b"/>
            <a:pathLst>
              <a:path w="108" h="108">
                <a:moveTo>
                  <a:pt x="16" y="4"/>
                </a:moveTo>
                <a:cubicBezTo>
                  <a:pt x="104" y="92"/>
                  <a:pt x="104" y="92"/>
                  <a:pt x="104" y="92"/>
                </a:cubicBezTo>
                <a:cubicBezTo>
                  <a:pt x="108" y="95"/>
                  <a:pt x="108" y="101"/>
                  <a:pt x="104" y="104"/>
                </a:cubicBezTo>
                <a:cubicBezTo>
                  <a:pt x="101" y="108"/>
                  <a:pt x="95" y="108"/>
                  <a:pt x="92" y="104"/>
                </a:cubicBezTo>
                <a:cubicBezTo>
                  <a:pt x="4" y="16"/>
                  <a:pt x="4" y="16"/>
                  <a:pt x="4" y="16"/>
                </a:cubicBezTo>
                <a:cubicBezTo>
                  <a:pt x="0" y="13"/>
                  <a:pt x="0" y="7"/>
                  <a:pt x="4" y="4"/>
                </a:cubicBezTo>
                <a:cubicBezTo>
                  <a:pt x="7" y="0"/>
                  <a:pt x="13" y="0"/>
                  <a:pt x="16" y="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9" name="Freeform 391">
            <a:extLst xmlns:a="http://schemas.openxmlformats.org/drawingml/2006/main">
              <a:ext uri="{FF2B5EF4-FFF2-40B4-BE49-F238E27FC236}">
                <a16:creationId xmlns:a16="http://schemas.microsoft.com/office/drawing/2014/main" id="{825EC871-2161-64CF-C402-135FB418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1918" y="4878769"/>
            <a:ext cx="234950" cy="231775"/>
          </a:xfrm>
          <a:custGeom xmlns:a="http://schemas.openxmlformats.org/drawingml/2006/main">
            <a:gdLst>
              <a:gd name="T0" fmla="*/ 16 w 74"/>
              <a:gd name="T1" fmla="*/ 3 h 73"/>
              <a:gd name="T2" fmla="*/ 71 w 74"/>
              <a:gd name="T3" fmla="*/ 58 h 73"/>
              <a:gd name="T4" fmla="*/ 71 w 74"/>
              <a:gd name="T5" fmla="*/ 70 h 73"/>
              <a:gd name="T6" fmla="*/ 58 w 74"/>
              <a:gd name="T7" fmla="*/ 70 h 73"/>
              <a:gd name="T8" fmla="*/ 4 w 74"/>
              <a:gd name="T9" fmla="*/ 15 h 73"/>
              <a:gd name="T10" fmla="*/ 4 w 74"/>
              <a:gd name="T11" fmla="*/ 3 h 73"/>
              <a:gd name="T12" fmla="*/ 16 w 74"/>
              <a:gd name="T13" fmla="*/ 3 h 73"/>
            </a:gdLst>
            <a:rect l="0" t="0" r="r" b="b"/>
            <a:pathLst>
              <a:path w="74" h="73">
                <a:moveTo>
                  <a:pt x="16" y="3"/>
                </a:moveTo>
                <a:cubicBezTo>
                  <a:pt x="71" y="58"/>
                  <a:pt x="71" y="58"/>
                  <a:pt x="71" y="58"/>
                </a:cubicBezTo>
                <a:cubicBezTo>
                  <a:pt x="74" y="61"/>
                  <a:pt x="74" y="67"/>
                  <a:pt x="71" y="70"/>
                </a:cubicBezTo>
                <a:cubicBezTo>
                  <a:pt x="67" y="73"/>
                  <a:pt x="62" y="73"/>
                  <a:pt x="58" y="70"/>
                </a:cubicBezTo>
                <a:cubicBezTo>
                  <a:pt x="4" y="15"/>
                  <a:pt x="4" y="15"/>
                  <a:pt x="4" y="15"/>
                </a:cubicBezTo>
                <a:cubicBezTo>
                  <a:pt x="0" y="12"/>
                  <a:pt x="0" y="6"/>
                  <a:pt x="4" y="3"/>
                </a:cubicBezTo>
                <a:cubicBezTo>
                  <a:pt x="7" y="0"/>
                  <a:pt x="13" y="0"/>
                  <a:pt x="16" y="3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0" name="Freeform 392">
            <a:extLst xmlns:a="http://schemas.openxmlformats.org/drawingml/2006/main">
              <a:ext uri="{FF2B5EF4-FFF2-40B4-BE49-F238E27FC236}">
                <a16:creationId xmlns:a16="http://schemas.microsoft.com/office/drawing/2014/main" id="{B1683812-FB7F-08C2-C58F-AA3AE318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334" y="5083194"/>
            <a:ext cx="991442" cy="988148"/>
          </a:xfrm>
          <a:custGeom xmlns:a="http://schemas.openxmlformats.org/drawingml/2006/main">
            <a:gdLst>
              <a:gd name="T0" fmla="*/ 41 w 301"/>
              <a:gd name="T1" fmla="*/ 188 h 300"/>
              <a:gd name="T2" fmla="*/ 18 w 301"/>
              <a:gd name="T3" fmla="*/ 120 h 300"/>
              <a:gd name="T4" fmla="*/ 11 w 301"/>
              <a:gd name="T5" fmla="*/ 108 h 300"/>
              <a:gd name="T6" fmla="*/ 0 w 301"/>
              <a:gd name="T7" fmla="*/ 94 h 300"/>
              <a:gd name="T8" fmla="*/ 93 w 301"/>
              <a:gd name="T9" fmla="*/ 0 h 300"/>
              <a:gd name="T10" fmla="*/ 109 w 301"/>
              <a:gd name="T11" fmla="*/ 10 h 300"/>
              <a:gd name="T12" fmla="*/ 120 w 301"/>
              <a:gd name="T13" fmla="*/ 17 h 300"/>
              <a:gd name="T14" fmla="*/ 188 w 301"/>
              <a:gd name="T15" fmla="*/ 41 h 300"/>
              <a:gd name="T16" fmla="*/ 301 w 301"/>
              <a:gd name="T17" fmla="*/ 171 h 300"/>
              <a:gd name="T18" fmla="*/ 263 w 301"/>
              <a:gd name="T19" fmla="*/ 263 h 300"/>
              <a:gd name="T20" fmla="*/ 172 w 301"/>
              <a:gd name="T21" fmla="*/ 300 h 300"/>
              <a:gd name="T22" fmla="*/ 41 w 301"/>
              <a:gd name="T23" fmla="*/ 188 h 300"/>
            </a:gdLst>
            <a:rect l="0" t="0" r="r" b="b"/>
            <a:pathLst>
              <a:path w="301" h="300">
                <a:moveTo>
                  <a:pt x="41" y="188"/>
                </a:moveTo>
                <a:cubicBezTo>
                  <a:pt x="38" y="163"/>
                  <a:pt x="30" y="141"/>
                  <a:pt x="18" y="120"/>
                </a:cubicBezTo>
                <a:cubicBezTo>
                  <a:pt x="15" y="116"/>
                  <a:pt x="13" y="112"/>
                  <a:pt x="11" y="108"/>
                </a:cubicBezTo>
                <a:cubicBezTo>
                  <a:pt x="0" y="94"/>
                  <a:pt x="0" y="94"/>
                  <a:pt x="0" y="94"/>
                </a:cubicBezTo>
                <a:cubicBezTo>
                  <a:pt x="93" y="0"/>
                  <a:pt x="93" y="0"/>
                  <a:pt x="93" y="0"/>
                </a:cubicBezTo>
                <a:cubicBezTo>
                  <a:pt x="109" y="10"/>
                  <a:pt x="109" y="10"/>
                  <a:pt x="109" y="10"/>
                </a:cubicBezTo>
                <a:cubicBezTo>
                  <a:pt x="112" y="13"/>
                  <a:pt x="116" y="15"/>
                  <a:pt x="120" y="17"/>
                </a:cubicBezTo>
                <a:cubicBezTo>
                  <a:pt x="141" y="29"/>
                  <a:pt x="164" y="37"/>
                  <a:pt x="188" y="41"/>
                </a:cubicBezTo>
                <a:cubicBezTo>
                  <a:pt x="252" y="50"/>
                  <a:pt x="301" y="105"/>
                  <a:pt x="301" y="171"/>
                </a:cubicBezTo>
                <a:cubicBezTo>
                  <a:pt x="301" y="207"/>
                  <a:pt x="286" y="239"/>
                  <a:pt x="263" y="263"/>
                </a:cubicBezTo>
                <a:cubicBezTo>
                  <a:pt x="240" y="286"/>
                  <a:pt x="207" y="300"/>
                  <a:pt x="172" y="300"/>
                </a:cubicBezTo>
                <a:cubicBezTo>
                  <a:pt x="106" y="300"/>
                  <a:pt x="51" y="251"/>
                  <a:pt x="41" y="188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1" name="Freeform 393">
            <a:extLst xmlns:a="http://schemas.openxmlformats.org/drawingml/2006/main">
              <a:ext uri="{FF2B5EF4-FFF2-40B4-BE49-F238E27FC236}">
                <a16:creationId xmlns:a16="http://schemas.microsoft.com/office/drawing/2014/main" id="{9D093553-1F32-6541-A1EB-D0259501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142" y="5005768"/>
            <a:ext cx="1276350" cy="1276350"/>
          </a:xfrm>
          <a:custGeom xmlns:a="http://schemas.openxmlformats.org/drawingml/2006/main">
            <a:gdLst>
              <a:gd name="T0" fmla="*/ 37 w 402"/>
              <a:gd name="T1" fmla="*/ 303 h 402"/>
              <a:gd name="T2" fmla="*/ 22 w 402"/>
              <a:gd name="T3" fmla="*/ 274 h 402"/>
              <a:gd name="T4" fmla="*/ 32 w 402"/>
              <a:gd name="T5" fmla="*/ 249 h 402"/>
              <a:gd name="T6" fmla="*/ 25 w 402"/>
              <a:gd name="T7" fmla="*/ 207 h 402"/>
              <a:gd name="T8" fmla="*/ 8 w 402"/>
              <a:gd name="T9" fmla="*/ 187 h 402"/>
              <a:gd name="T10" fmla="*/ 13 w 402"/>
              <a:gd name="T11" fmla="*/ 155 h 402"/>
              <a:gd name="T12" fmla="*/ 36 w 402"/>
              <a:gd name="T13" fmla="*/ 141 h 402"/>
              <a:gd name="T14" fmla="*/ 40 w 402"/>
              <a:gd name="T15" fmla="*/ 138 h 402"/>
              <a:gd name="T16" fmla="*/ 47 w 402"/>
              <a:gd name="T17" fmla="*/ 150 h 402"/>
              <a:gd name="T18" fmla="*/ 70 w 402"/>
              <a:gd name="T19" fmla="*/ 218 h 402"/>
              <a:gd name="T20" fmla="*/ 201 w 402"/>
              <a:gd name="T21" fmla="*/ 330 h 402"/>
              <a:gd name="T22" fmla="*/ 292 w 402"/>
              <a:gd name="T23" fmla="*/ 293 h 402"/>
              <a:gd name="T24" fmla="*/ 330 w 402"/>
              <a:gd name="T25" fmla="*/ 201 h 402"/>
              <a:gd name="T26" fmla="*/ 217 w 402"/>
              <a:gd name="T27" fmla="*/ 71 h 402"/>
              <a:gd name="T28" fmla="*/ 149 w 402"/>
              <a:gd name="T29" fmla="*/ 47 h 402"/>
              <a:gd name="T30" fmla="*/ 138 w 402"/>
              <a:gd name="T31" fmla="*/ 40 h 402"/>
              <a:gd name="T32" fmla="*/ 141 w 402"/>
              <a:gd name="T33" fmla="*/ 36 h 402"/>
              <a:gd name="T34" fmla="*/ 155 w 402"/>
              <a:gd name="T35" fmla="*/ 14 h 402"/>
              <a:gd name="T36" fmla="*/ 187 w 402"/>
              <a:gd name="T37" fmla="*/ 9 h 402"/>
              <a:gd name="T38" fmla="*/ 207 w 402"/>
              <a:gd name="T39" fmla="*/ 26 h 402"/>
              <a:gd name="T40" fmla="*/ 249 w 402"/>
              <a:gd name="T41" fmla="*/ 33 h 402"/>
              <a:gd name="T42" fmla="*/ 273 w 402"/>
              <a:gd name="T43" fmla="*/ 23 h 402"/>
              <a:gd name="T44" fmla="*/ 302 w 402"/>
              <a:gd name="T45" fmla="*/ 37 h 402"/>
              <a:gd name="T46" fmla="*/ 309 w 402"/>
              <a:gd name="T47" fmla="*/ 63 h 402"/>
              <a:gd name="T48" fmla="*/ 339 w 402"/>
              <a:gd name="T49" fmla="*/ 93 h 402"/>
              <a:gd name="T50" fmla="*/ 364 w 402"/>
              <a:gd name="T51" fmla="*/ 99 h 402"/>
              <a:gd name="T52" fmla="*/ 379 w 402"/>
              <a:gd name="T53" fmla="*/ 128 h 402"/>
              <a:gd name="T54" fmla="*/ 369 w 402"/>
              <a:gd name="T55" fmla="*/ 153 h 402"/>
              <a:gd name="T56" fmla="*/ 376 w 402"/>
              <a:gd name="T57" fmla="*/ 195 h 402"/>
              <a:gd name="T58" fmla="*/ 393 w 402"/>
              <a:gd name="T59" fmla="*/ 215 h 402"/>
              <a:gd name="T60" fmla="*/ 388 w 402"/>
              <a:gd name="T61" fmla="*/ 247 h 402"/>
              <a:gd name="T62" fmla="*/ 365 w 402"/>
              <a:gd name="T63" fmla="*/ 261 h 402"/>
              <a:gd name="T64" fmla="*/ 346 w 402"/>
              <a:gd name="T65" fmla="*/ 299 h 402"/>
              <a:gd name="T66" fmla="*/ 348 w 402"/>
              <a:gd name="T67" fmla="*/ 326 h 402"/>
              <a:gd name="T68" fmla="*/ 325 w 402"/>
              <a:gd name="T69" fmla="*/ 348 h 402"/>
              <a:gd name="T70" fmla="*/ 299 w 402"/>
              <a:gd name="T71" fmla="*/ 347 h 402"/>
              <a:gd name="T72" fmla="*/ 261 w 402"/>
              <a:gd name="T73" fmla="*/ 366 h 402"/>
              <a:gd name="T74" fmla="*/ 247 w 402"/>
              <a:gd name="T75" fmla="*/ 388 h 402"/>
              <a:gd name="T76" fmla="*/ 215 w 402"/>
              <a:gd name="T77" fmla="*/ 393 h 402"/>
              <a:gd name="T78" fmla="*/ 194 w 402"/>
              <a:gd name="T79" fmla="*/ 376 h 402"/>
              <a:gd name="T80" fmla="*/ 152 w 402"/>
              <a:gd name="T81" fmla="*/ 370 h 402"/>
              <a:gd name="T82" fmla="*/ 128 w 402"/>
              <a:gd name="T83" fmla="*/ 380 h 402"/>
              <a:gd name="T84" fmla="*/ 99 w 402"/>
              <a:gd name="T85" fmla="*/ 365 h 402"/>
              <a:gd name="T86" fmla="*/ 93 w 402"/>
              <a:gd name="T87" fmla="*/ 339 h 402"/>
              <a:gd name="T88" fmla="*/ 63 w 402"/>
              <a:gd name="T89" fmla="*/ 309 h 402"/>
              <a:gd name="T90" fmla="*/ 37 w 402"/>
              <a:gd name="T91" fmla="*/ 303 h 402"/>
            </a:gdLst>
            <a:rect l="0" t="0" r="r" b="b"/>
            <a:pathLst>
              <a:path w="402" h="402">
                <a:moveTo>
                  <a:pt x="37" y="303"/>
                </a:moveTo>
                <a:cubicBezTo>
                  <a:pt x="24" y="300"/>
                  <a:pt x="17" y="287"/>
                  <a:pt x="22" y="274"/>
                </a:cubicBezTo>
                <a:cubicBezTo>
                  <a:pt x="32" y="249"/>
                  <a:pt x="32" y="249"/>
                  <a:pt x="32" y="249"/>
                </a:cubicBezTo>
                <a:cubicBezTo>
                  <a:pt x="37" y="237"/>
                  <a:pt x="34" y="218"/>
                  <a:pt x="25" y="207"/>
                </a:cubicBezTo>
                <a:cubicBezTo>
                  <a:pt x="8" y="187"/>
                  <a:pt x="8" y="187"/>
                  <a:pt x="8" y="187"/>
                </a:cubicBezTo>
                <a:cubicBezTo>
                  <a:pt x="0" y="177"/>
                  <a:pt x="2" y="162"/>
                  <a:pt x="13" y="155"/>
                </a:cubicBezTo>
                <a:cubicBezTo>
                  <a:pt x="36" y="141"/>
                  <a:pt x="36" y="141"/>
                  <a:pt x="36" y="141"/>
                </a:cubicBezTo>
                <a:cubicBezTo>
                  <a:pt x="37" y="140"/>
                  <a:pt x="38" y="139"/>
                  <a:pt x="40" y="138"/>
                </a:cubicBezTo>
                <a:cubicBezTo>
                  <a:pt x="42" y="142"/>
                  <a:pt x="44" y="146"/>
                  <a:pt x="47" y="150"/>
                </a:cubicBezTo>
                <a:cubicBezTo>
                  <a:pt x="59" y="171"/>
                  <a:pt x="67" y="193"/>
                  <a:pt x="70" y="218"/>
                </a:cubicBezTo>
                <a:cubicBezTo>
                  <a:pt x="80" y="281"/>
                  <a:pt x="135" y="330"/>
                  <a:pt x="201" y="330"/>
                </a:cubicBezTo>
                <a:cubicBezTo>
                  <a:pt x="236" y="330"/>
                  <a:pt x="269" y="316"/>
                  <a:pt x="292" y="293"/>
                </a:cubicBezTo>
                <a:cubicBezTo>
                  <a:pt x="315" y="269"/>
                  <a:pt x="330" y="237"/>
                  <a:pt x="330" y="201"/>
                </a:cubicBezTo>
                <a:cubicBezTo>
                  <a:pt x="330" y="135"/>
                  <a:pt x="281" y="80"/>
                  <a:pt x="217" y="71"/>
                </a:cubicBezTo>
                <a:cubicBezTo>
                  <a:pt x="193" y="67"/>
                  <a:pt x="170" y="59"/>
                  <a:pt x="149" y="47"/>
                </a:cubicBezTo>
                <a:cubicBezTo>
                  <a:pt x="145" y="45"/>
                  <a:pt x="142" y="43"/>
                  <a:pt x="138" y="40"/>
                </a:cubicBezTo>
                <a:cubicBezTo>
                  <a:pt x="139" y="39"/>
                  <a:pt x="140" y="38"/>
                  <a:pt x="141" y="36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62" y="2"/>
                  <a:pt x="176" y="0"/>
                  <a:pt x="187" y="9"/>
                </a:cubicBezTo>
                <a:cubicBezTo>
                  <a:pt x="207" y="26"/>
                  <a:pt x="207" y="26"/>
                  <a:pt x="207" y="26"/>
                </a:cubicBezTo>
                <a:cubicBezTo>
                  <a:pt x="217" y="35"/>
                  <a:pt x="236" y="38"/>
                  <a:pt x="249" y="33"/>
                </a:cubicBezTo>
                <a:cubicBezTo>
                  <a:pt x="273" y="23"/>
                  <a:pt x="273" y="23"/>
                  <a:pt x="273" y="23"/>
                </a:cubicBezTo>
                <a:cubicBezTo>
                  <a:pt x="286" y="17"/>
                  <a:pt x="299" y="24"/>
                  <a:pt x="302" y="37"/>
                </a:cubicBezTo>
                <a:cubicBezTo>
                  <a:pt x="309" y="63"/>
                  <a:pt x="309" y="63"/>
                  <a:pt x="309" y="63"/>
                </a:cubicBezTo>
                <a:cubicBezTo>
                  <a:pt x="312" y="76"/>
                  <a:pt x="326" y="90"/>
                  <a:pt x="339" y="93"/>
                </a:cubicBezTo>
                <a:cubicBezTo>
                  <a:pt x="364" y="99"/>
                  <a:pt x="364" y="99"/>
                  <a:pt x="364" y="99"/>
                </a:cubicBezTo>
                <a:cubicBezTo>
                  <a:pt x="378" y="103"/>
                  <a:pt x="384" y="116"/>
                  <a:pt x="379" y="128"/>
                </a:cubicBezTo>
                <a:cubicBezTo>
                  <a:pt x="369" y="153"/>
                  <a:pt x="369" y="153"/>
                  <a:pt x="369" y="153"/>
                </a:cubicBezTo>
                <a:cubicBezTo>
                  <a:pt x="364" y="166"/>
                  <a:pt x="367" y="184"/>
                  <a:pt x="376" y="195"/>
                </a:cubicBezTo>
                <a:cubicBezTo>
                  <a:pt x="393" y="215"/>
                  <a:pt x="393" y="215"/>
                  <a:pt x="393" y="215"/>
                </a:cubicBezTo>
                <a:cubicBezTo>
                  <a:pt x="402" y="226"/>
                  <a:pt x="399" y="240"/>
                  <a:pt x="388" y="247"/>
                </a:cubicBezTo>
                <a:cubicBezTo>
                  <a:pt x="365" y="261"/>
                  <a:pt x="365" y="261"/>
                  <a:pt x="365" y="261"/>
                </a:cubicBezTo>
                <a:cubicBezTo>
                  <a:pt x="354" y="268"/>
                  <a:pt x="345" y="285"/>
                  <a:pt x="346" y="299"/>
                </a:cubicBezTo>
                <a:cubicBezTo>
                  <a:pt x="348" y="326"/>
                  <a:pt x="348" y="326"/>
                  <a:pt x="348" y="326"/>
                </a:cubicBezTo>
                <a:cubicBezTo>
                  <a:pt x="349" y="339"/>
                  <a:pt x="339" y="349"/>
                  <a:pt x="325" y="348"/>
                </a:cubicBezTo>
                <a:cubicBezTo>
                  <a:pt x="299" y="347"/>
                  <a:pt x="299" y="347"/>
                  <a:pt x="299" y="347"/>
                </a:cubicBezTo>
                <a:cubicBezTo>
                  <a:pt x="285" y="346"/>
                  <a:pt x="268" y="354"/>
                  <a:pt x="261" y="366"/>
                </a:cubicBezTo>
                <a:cubicBezTo>
                  <a:pt x="247" y="388"/>
                  <a:pt x="247" y="388"/>
                  <a:pt x="247" y="388"/>
                </a:cubicBezTo>
                <a:cubicBezTo>
                  <a:pt x="240" y="400"/>
                  <a:pt x="225" y="402"/>
                  <a:pt x="215" y="393"/>
                </a:cubicBezTo>
                <a:cubicBezTo>
                  <a:pt x="194" y="376"/>
                  <a:pt x="194" y="376"/>
                  <a:pt x="194" y="376"/>
                </a:cubicBezTo>
                <a:cubicBezTo>
                  <a:pt x="184" y="368"/>
                  <a:pt x="165" y="365"/>
                  <a:pt x="152" y="370"/>
                </a:cubicBezTo>
                <a:cubicBezTo>
                  <a:pt x="128" y="380"/>
                  <a:pt x="128" y="380"/>
                  <a:pt x="128" y="380"/>
                </a:cubicBezTo>
                <a:cubicBezTo>
                  <a:pt x="115" y="385"/>
                  <a:pt x="102" y="378"/>
                  <a:pt x="99" y="365"/>
                </a:cubicBezTo>
                <a:cubicBezTo>
                  <a:pt x="93" y="339"/>
                  <a:pt x="93" y="339"/>
                  <a:pt x="93" y="339"/>
                </a:cubicBezTo>
                <a:cubicBezTo>
                  <a:pt x="89" y="326"/>
                  <a:pt x="76" y="312"/>
                  <a:pt x="63" y="309"/>
                </a:cubicBezTo>
                <a:lnTo>
                  <a:pt x="37" y="303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3" name="Freeform 394">
            <a:extLst xmlns:a="http://schemas.openxmlformats.org/drawingml/2006/main">
              <a:ext uri="{FF2B5EF4-FFF2-40B4-BE49-F238E27FC236}">
                <a16:creationId xmlns:a16="http://schemas.microsoft.com/office/drawing/2014/main" id="{5308CCFE-453A-2319-26E0-13CA71D3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0967" y="5008943"/>
            <a:ext cx="342900" cy="342900"/>
          </a:xfrm>
          <a:custGeom xmlns:a="http://schemas.openxmlformats.org/drawingml/2006/main">
            <a:gdLst>
              <a:gd name="T0" fmla="*/ 92 w 108"/>
              <a:gd name="T1" fmla="*/ 4 h 108"/>
              <a:gd name="T2" fmla="*/ 104 w 108"/>
              <a:gd name="T3" fmla="*/ 4 h 108"/>
              <a:gd name="T4" fmla="*/ 104 w 108"/>
              <a:gd name="T5" fmla="*/ 16 h 108"/>
              <a:gd name="T6" fmla="*/ 16 w 108"/>
              <a:gd name="T7" fmla="*/ 104 h 108"/>
              <a:gd name="T8" fmla="*/ 4 w 108"/>
              <a:gd name="T9" fmla="*/ 104 h 108"/>
              <a:gd name="T10" fmla="*/ 4 w 108"/>
              <a:gd name="T11" fmla="*/ 92 h 108"/>
              <a:gd name="T12" fmla="*/ 92 w 108"/>
              <a:gd name="T13" fmla="*/ 4 h 108"/>
            </a:gdLst>
            <a:rect l="0" t="0" r="r" b="b"/>
            <a:pathLst>
              <a:path w="108" h="108">
                <a:moveTo>
                  <a:pt x="92" y="4"/>
                </a:moveTo>
                <a:cubicBezTo>
                  <a:pt x="95" y="0"/>
                  <a:pt x="101" y="0"/>
                  <a:pt x="104" y="4"/>
                </a:cubicBezTo>
                <a:cubicBezTo>
                  <a:pt x="108" y="7"/>
                  <a:pt x="108" y="13"/>
                  <a:pt x="104" y="16"/>
                </a:cubicBezTo>
                <a:cubicBezTo>
                  <a:pt x="16" y="104"/>
                  <a:pt x="16" y="104"/>
                  <a:pt x="16" y="104"/>
                </a:cubicBezTo>
                <a:cubicBezTo>
                  <a:pt x="12" y="108"/>
                  <a:pt x="7" y="108"/>
                  <a:pt x="4" y="104"/>
                </a:cubicBezTo>
                <a:cubicBezTo>
                  <a:pt x="0" y="101"/>
                  <a:pt x="0" y="95"/>
                  <a:pt x="4" y="92"/>
                </a:cubicBezTo>
                <a:lnTo>
                  <a:pt x="92" y="4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4" name="Freeform 395">
            <a:extLst xmlns:a="http://schemas.openxmlformats.org/drawingml/2006/main">
              <a:ext uri="{FF2B5EF4-FFF2-40B4-BE49-F238E27FC236}">
                <a16:creationId xmlns:a16="http://schemas.microsoft.com/office/drawing/2014/main" id="{A371C4C5-AD6E-C320-6B46-D22C26B5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02067" y="4920043"/>
            <a:ext cx="339725" cy="339725"/>
          </a:xfrm>
          <a:custGeom xmlns:a="http://schemas.openxmlformats.org/drawingml/2006/main">
            <a:gdLst>
              <a:gd name="T0" fmla="*/ 3 w 107"/>
              <a:gd name="T1" fmla="*/ 92 h 107"/>
              <a:gd name="T2" fmla="*/ 91 w 107"/>
              <a:gd name="T3" fmla="*/ 3 h 107"/>
              <a:gd name="T4" fmla="*/ 104 w 107"/>
              <a:gd name="T5" fmla="*/ 3 h 107"/>
              <a:gd name="T6" fmla="*/ 104 w 107"/>
              <a:gd name="T7" fmla="*/ 16 h 107"/>
              <a:gd name="T8" fmla="*/ 15 w 107"/>
              <a:gd name="T9" fmla="*/ 104 h 107"/>
              <a:gd name="T10" fmla="*/ 3 w 107"/>
              <a:gd name="T11" fmla="*/ 104 h 107"/>
              <a:gd name="T12" fmla="*/ 3 w 107"/>
              <a:gd name="T13" fmla="*/ 92 h 107"/>
            </a:gdLst>
            <a:rect l="0" t="0" r="r" b="b"/>
            <a:pathLst>
              <a:path w="107" h="107">
                <a:moveTo>
                  <a:pt x="3" y="92"/>
                </a:moveTo>
                <a:cubicBezTo>
                  <a:pt x="91" y="3"/>
                  <a:pt x="91" y="3"/>
                  <a:pt x="91" y="3"/>
                </a:cubicBezTo>
                <a:cubicBezTo>
                  <a:pt x="95" y="0"/>
                  <a:pt x="100" y="0"/>
                  <a:pt x="104" y="3"/>
                </a:cubicBezTo>
                <a:cubicBezTo>
                  <a:pt x="107" y="7"/>
                  <a:pt x="107" y="12"/>
                  <a:pt x="104" y="16"/>
                </a:cubicBezTo>
                <a:cubicBezTo>
                  <a:pt x="15" y="104"/>
                  <a:pt x="15" y="104"/>
                  <a:pt x="15" y="104"/>
                </a:cubicBezTo>
                <a:cubicBezTo>
                  <a:pt x="12" y="107"/>
                  <a:pt x="6" y="107"/>
                  <a:pt x="3" y="104"/>
                </a:cubicBezTo>
                <a:cubicBezTo>
                  <a:pt x="0" y="101"/>
                  <a:pt x="0" y="95"/>
                  <a:pt x="3" y="9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5" name="Freeform 396">
            <a:extLst xmlns:a="http://schemas.openxmlformats.org/drawingml/2006/main">
              <a:ext uri="{FF2B5EF4-FFF2-40B4-BE49-F238E27FC236}">
                <a16:creationId xmlns:a16="http://schemas.microsoft.com/office/drawing/2014/main" id="{AB0FF05A-DC45-C592-7279-0C11F5A8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3967" y="4881943"/>
            <a:ext cx="234950" cy="234950"/>
          </a:xfrm>
          <a:custGeom xmlns:a="http://schemas.openxmlformats.org/drawingml/2006/main">
            <a:gdLst>
              <a:gd name="T0" fmla="*/ 3 w 74"/>
              <a:gd name="T1" fmla="*/ 58 h 74"/>
              <a:gd name="T2" fmla="*/ 58 w 74"/>
              <a:gd name="T3" fmla="*/ 4 h 74"/>
              <a:gd name="T4" fmla="*/ 70 w 74"/>
              <a:gd name="T5" fmla="*/ 4 h 74"/>
              <a:gd name="T6" fmla="*/ 70 w 74"/>
              <a:gd name="T7" fmla="*/ 16 h 74"/>
              <a:gd name="T8" fmla="*/ 16 w 74"/>
              <a:gd name="T9" fmla="*/ 71 h 74"/>
              <a:gd name="T10" fmla="*/ 3 w 74"/>
              <a:gd name="T11" fmla="*/ 71 h 74"/>
              <a:gd name="T12" fmla="*/ 3 w 74"/>
              <a:gd name="T13" fmla="*/ 58 h 74"/>
            </a:gdLst>
            <a:rect l="0" t="0" r="r" b="b"/>
            <a:pathLst>
              <a:path w="74" h="74">
                <a:moveTo>
                  <a:pt x="3" y="58"/>
                </a:moveTo>
                <a:cubicBezTo>
                  <a:pt x="58" y="4"/>
                  <a:pt x="58" y="4"/>
                  <a:pt x="58" y="4"/>
                </a:cubicBezTo>
                <a:cubicBezTo>
                  <a:pt x="61" y="0"/>
                  <a:pt x="67" y="0"/>
                  <a:pt x="70" y="4"/>
                </a:cubicBezTo>
                <a:cubicBezTo>
                  <a:pt x="74" y="7"/>
                  <a:pt x="74" y="13"/>
                  <a:pt x="70" y="16"/>
                </a:cubicBezTo>
                <a:cubicBezTo>
                  <a:pt x="16" y="71"/>
                  <a:pt x="16" y="71"/>
                  <a:pt x="16" y="71"/>
                </a:cubicBezTo>
                <a:cubicBezTo>
                  <a:pt x="12" y="74"/>
                  <a:pt x="7" y="74"/>
                  <a:pt x="3" y="71"/>
                </a:cubicBezTo>
                <a:cubicBezTo>
                  <a:pt x="0" y="67"/>
                  <a:pt x="0" y="62"/>
                  <a:pt x="3" y="5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6" name="Freeform 397">
            <a:extLst xmlns:a="http://schemas.openxmlformats.org/drawingml/2006/main">
              <a:ext uri="{FF2B5EF4-FFF2-40B4-BE49-F238E27FC236}">
                <a16:creationId xmlns:a16="http://schemas.microsoft.com/office/drawing/2014/main" id="{93C96CC9-06FA-147B-5E6D-366ACC70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334" y="2762211"/>
            <a:ext cx="991442" cy="991440"/>
          </a:xfrm>
          <a:custGeom xmlns:a="http://schemas.openxmlformats.org/drawingml/2006/main">
            <a:gdLst>
              <a:gd name="T0" fmla="*/ 188 w 301"/>
              <a:gd name="T1" fmla="*/ 259 h 301"/>
              <a:gd name="T2" fmla="*/ 120 w 301"/>
              <a:gd name="T3" fmla="*/ 283 h 301"/>
              <a:gd name="T4" fmla="*/ 109 w 301"/>
              <a:gd name="T5" fmla="*/ 290 h 301"/>
              <a:gd name="T6" fmla="*/ 94 w 301"/>
              <a:gd name="T7" fmla="*/ 301 h 301"/>
              <a:gd name="T8" fmla="*/ 0 w 301"/>
              <a:gd name="T9" fmla="*/ 207 h 301"/>
              <a:gd name="T10" fmla="*/ 11 w 301"/>
              <a:gd name="T11" fmla="*/ 192 h 301"/>
              <a:gd name="T12" fmla="*/ 18 w 301"/>
              <a:gd name="T13" fmla="*/ 180 h 301"/>
              <a:gd name="T14" fmla="*/ 41 w 301"/>
              <a:gd name="T15" fmla="*/ 112 h 301"/>
              <a:gd name="T16" fmla="*/ 172 w 301"/>
              <a:gd name="T17" fmla="*/ 0 h 301"/>
              <a:gd name="T18" fmla="*/ 263 w 301"/>
              <a:gd name="T19" fmla="*/ 37 h 301"/>
              <a:gd name="T20" fmla="*/ 301 w 301"/>
              <a:gd name="T21" fmla="*/ 129 h 301"/>
              <a:gd name="T22" fmla="*/ 188 w 301"/>
              <a:gd name="T23" fmla="*/ 259 h 301"/>
            </a:gdLst>
            <a:rect l="0" t="0" r="r" b="b"/>
            <a:pathLst>
              <a:path w="301" h="301">
                <a:moveTo>
                  <a:pt x="188" y="259"/>
                </a:moveTo>
                <a:cubicBezTo>
                  <a:pt x="164" y="263"/>
                  <a:pt x="141" y="271"/>
                  <a:pt x="120" y="283"/>
                </a:cubicBezTo>
                <a:cubicBezTo>
                  <a:pt x="116" y="285"/>
                  <a:pt x="112" y="287"/>
                  <a:pt x="109" y="290"/>
                </a:cubicBezTo>
                <a:cubicBezTo>
                  <a:pt x="94" y="301"/>
                  <a:pt x="94" y="301"/>
                  <a:pt x="94" y="301"/>
                </a:cubicBezTo>
                <a:cubicBezTo>
                  <a:pt x="0" y="207"/>
                  <a:pt x="0" y="207"/>
                  <a:pt x="0" y="207"/>
                </a:cubicBezTo>
                <a:cubicBezTo>
                  <a:pt x="11" y="192"/>
                  <a:pt x="11" y="192"/>
                  <a:pt x="11" y="192"/>
                </a:cubicBezTo>
                <a:cubicBezTo>
                  <a:pt x="13" y="188"/>
                  <a:pt x="15" y="184"/>
                  <a:pt x="18" y="180"/>
                </a:cubicBezTo>
                <a:cubicBezTo>
                  <a:pt x="30" y="159"/>
                  <a:pt x="38" y="136"/>
                  <a:pt x="41" y="112"/>
                </a:cubicBezTo>
                <a:cubicBezTo>
                  <a:pt x="51" y="49"/>
                  <a:pt x="106" y="0"/>
                  <a:pt x="172" y="0"/>
                </a:cubicBezTo>
                <a:cubicBezTo>
                  <a:pt x="207" y="0"/>
                  <a:pt x="240" y="14"/>
                  <a:pt x="263" y="37"/>
                </a:cubicBezTo>
                <a:cubicBezTo>
                  <a:pt x="286" y="61"/>
                  <a:pt x="301" y="93"/>
                  <a:pt x="301" y="129"/>
                </a:cubicBezTo>
                <a:cubicBezTo>
                  <a:pt x="301" y="195"/>
                  <a:pt x="252" y="250"/>
                  <a:pt x="188" y="259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7" name="Freeform 398">
            <a:extLst xmlns:a="http://schemas.openxmlformats.org/drawingml/2006/main">
              <a:ext uri="{FF2B5EF4-FFF2-40B4-BE49-F238E27FC236}">
                <a16:creationId xmlns:a16="http://schemas.microsoft.com/office/drawing/2014/main" id="{F11B6AF9-7A8D-E082-EF65-166D0C3B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142" y="2551493"/>
            <a:ext cx="1276350" cy="1276350"/>
          </a:xfrm>
          <a:custGeom xmlns:a="http://schemas.openxmlformats.org/drawingml/2006/main">
            <a:gdLst>
              <a:gd name="T0" fmla="*/ 302 w 402"/>
              <a:gd name="T1" fmla="*/ 365 h 402"/>
              <a:gd name="T2" fmla="*/ 273 w 402"/>
              <a:gd name="T3" fmla="*/ 379 h 402"/>
              <a:gd name="T4" fmla="*/ 249 w 402"/>
              <a:gd name="T5" fmla="*/ 369 h 402"/>
              <a:gd name="T6" fmla="*/ 207 w 402"/>
              <a:gd name="T7" fmla="*/ 376 h 402"/>
              <a:gd name="T8" fmla="*/ 187 w 402"/>
              <a:gd name="T9" fmla="*/ 393 h 402"/>
              <a:gd name="T10" fmla="*/ 155 w 402"/>
              <a:gd name="T11" fmla="*/ 388 h 402"/>
              <a:gd name="T12" fmla="*/ 141 w 402"/>
              <a:gd name="T13" fmla="*/ 366 h 402"/>
              <a:gd name="T14" fmla="*/ 138 w 402"/>
              <a:gd name="T15" fmla="*/ 362 h 402"/>
              <a:gd name="T16" fmla="*/ 149 w 402"/>
              <a:gd name="T17" fmla="*/ 355 h 402"/>
              <a:gd name="T18" fmla="*/ 217 w 402"/>
              <a:gd name="T19" fmla="*/ 331 h 402"/>
              <a:gd name="T20" fmla="*/ 330 w 402"/>
              <a:gd name="T21" fmla="*/ 201 h 402"/>
              <a:gd name="T22" fmla="*/ 292 w 402"/>
              <a:gd name="T23" fmla="*/ 109 h 402"/>
              <a:gd name="T24" fmla="*/ 201 w 402"/>
              <a:gd name="T25" fmla="*/ 72 h 402"/>
              <a:gd name="T26" fmla="*/ 70 w 402"/>
              <a:gd name="T27" fmla="*/ 184 h 402"/>
              <a:gd name="T28" fmla="*/ 47 w 402"/>
              <a:gd name="T29" fmla="*/ 252 h 402"/>
              <a:gd name="T30" fmla="*/ 40 w 402"/>
              <a:gd name="T31" fmla="*/ 264 h 402"/>
              <a:gd name="T32" fmla="*/ 36 w 402"/>
              <a:gd name="T33" fmla="*/ 261 h 402"/>
              <a:gd name="T34" fmla="*/ 13 w 402"/>
              <a:gd name="T35" fmla="*/ 247 h 402"/>
              <a:gd name="T36" fmla="*/ 8 w 402"/>
              <a:gd name="T37" fmla="*/ 215 h 402"/>
              <a:gd name="T38" fmla="*/ 25 w 402"/>
              <a:gd name="T39" fmla="*/ 195 h 402"/>
              <a:gd name="T40" fmla="*/ 32 w 402"/>
              <a:gd name="T41" fmla="*/ 153 h 402"/>
              <a:gd name="T42" fmla="*/ 22 w 402"/>
              <a:gd name="T43" fmla="*/ 128 h 402"/>
              <a:gd name="T44" fmla="*/ 37 w 402"/>
              <a:gd name="T45" fmla="*/ 99 h 402"/>
              <a:gd name="T46" fmla="*/ 63 w 402"/>
              <a:gd name="T47" fmla="*/ 93 h 402"/>
              <a:gd name="T48" fmla="*/ 93 w 402"/>
              <a:gd name="T49" fmla="*/ 63 h 402"/>
              <a:gd name="T50" fmla="*/ 99 w 402"/>
              <a:gd name="T51" fmla="*/ 37 h 402"/>
              <a:gd name="T52" fmla="*/ 128 w 402"/>
              <a:gd name="T53" fmla="*/ 22 h 402"/>
              <a:gd name="T54" fmla="*/ 152 w 402"/>
              <a:gd name="T55" fmla="*/ 32 h 402"/>
              <a:gd name="T56" fmla="*/ 194 w 402"/>
              <a:gd name="T57" fmla="*/ 26 h 402"/>
              <a:gd name="T58" fmla="*/ 215 w 402"/>
              <a:gd name="T59" fmla="*/ 9 h 402"/>
              <a:gd name="T60" fmla="*/ 247 w 402"/>
              <a:gd name="T61" fmla="*/ 14 h 402"/>
              <a:gd name="T62" fmla="*/ 261 w 402"/>
              <a:gd name="T63" fmla="*/ 36 h 402"/>
              <a:gd name="T64" fmla="*/ 299 w 402"/>
              <a:gd name="T65" fmla="*/ 55 h 402"/>
              <a:gd name="T66" fmla="*/ 325 w 402"/>
              <a:gd name="T67" fmla="*/ 53 h 402"/>
              <a:gd name="T68" fmla="*/ 348 w 402"/>
              <a:gd name="T69" fmla="*/ 76 h 402"/>
              <a:gd name="T70" fmla="*/ 346 w 402"/>
              <a:gd name="T71" fmla="*/ 103 h 402"/>
              <a:gd name="T72" fmla="*/ 365 w 402"/>
              <a:gd name="T73" fmla="*/ 141 h 402"/>
              <a:gd name="T74" fmla="*/ 388 w 402"/>
              <a:gd name="T75" fmla="*/ 155 h 402"/>
              <a:gd name="T76" fmla="*/ 393 w 402"/>
              <a:gd name="T77" fmla="*/ 187 h 402"/>
              <a:gd name="T78" fmla="*/ 376 w 402"/>
              <a:gd name="T79" fmla="*/ 207 h 402"/>
              <a:gd name="T80" fmla="*/ 369 w 402"/>
              <a:gd name="T81" fmla="*/ 249 h 402"/>
              <a:gd name="T82" fmla="*/ 379 w 402"/>
              <a:gd name="T83" fmla="*/ 274 h 402"/>
              <a:gd name="T84" fmla="*/ 364 w 402"/>
              <a:gd name="T85" fmla="*/ 302 h 402"/>
              <a:gd name="T86" fmla="*/ 339 w 402"/>
              <a:gd name="T87" fmla="*/ 309 h 402"/>
              <a:gd name="T88" fmla="*/ 309 w 402"/>
              <a:gd name="T89" fmla="*/ 339 h 402"/>
              <a:gd name="T90" fmla="*/ 302 w 402"/>
              <a:gd name="T91" fmla="*/ 365 h 402"/>
            </a:gdLst>
            <a:rect l="0" t="0" r="r" b="b"/>
            <a:pathLst>
              <a:path w="402" h="402">
                <a:moveTo>
                  <a:pt x="302" y="365"/>
                </a:moveTo>
                <a:cubicBezTo>
                  <a:pt x="299" y="378"/>
                  <a:pt x="286" y="384"/>
                  <a:pt x="273" y="379"/>
                </a:cubicBezTo>
                <a:cubicBezTo>
                  <a:pt x="249" y="369"/>
                  <a:pt x="249" y="369"/>
                  <a:pt x="249" y="369"/>
                </a:cubicBezTo>
                <a:cubicBezTo>
                  <a:pt x="236" y="364"/>
                  <a:pt x="217" y="367"/>
                  <a:pt x="207" y="376"/>
                </a:cubicBezTo>
                <a:cubicBezTo>
                  <a:pt x="187" y="393"/>
                  <a:pt x="187" y="393"/>
                  <a:pt x="187" y="393"/>
                </a:cubicBezTo>
                <a:cubicBezTo>
                  <a:pt x="176" y="402"/>
                  <a:pt x="162" y="400"/>
                  <a:pt x="155" y="388"/>
                </a:cubicBezTo>
                <a:cubicBezTo>
                  <a:pt x="141" y="366"/>
                  <a:pt x="141" y="366"/>
                  <a:pt x="141" y="366"/>
                </a:cubicBezTo>
                <a:cubicBezTo>
                  <a:pt x="140" y="364"/>
                  <a:pt x="139" y="363"/>
                  <a:pt x="138" y="362"/>
                </a:cubicBezTo>
                <a:cubicBezTo>
                  <a:pt x="141" y="359"/>
                  <a:pt x="145" y="357"/>
                  <a:pt x="149" y="355"/>
                </a:cubicBezTo>
                <a:cubicBezTo>
                  <a:pt x="170" y="343"/>
                  <a:pt x="193" y="335"/>
                  <a:pt x="217" y="331"/>
                </a:cubicBezTo>
                <a:cubicBezTo>
                  <a:pt x="281" y="322"/>
                  <a:pt x="330" y="267"/>
                  <a:pt x="330" y="201"/>
                </a:cubicBezTo>
                <a:cubicBezTo>
                  <a:pt x="330" y="165"/>
                  <a:pt x="315" y="133"/>
                  <a:pt x="292" y="109"/>
                </a:cubicBezTo>
                <a:cubicBezTo>
                  <a:pt x="269" y="86"/>
                  <a:pt x="236" y="72"/>
                  <a:pt x="201" y="72"/>
                </a:cubicBezTo>
                <a:cubicBezTo>
                  <a:pt x="135" y="72"/>
                  <a:pt x="80" y="121"/>
                  <a:pt x="70" y="184"/>
                </a:cubicBezTo>
                <a:cubicBezTo>
                  <a:pt x="67" y="208"/>
                  <a:pt x="59" y="231"/>
                  <a:pt x="47" y="252"/>
                </a:cubicBezTo>
                <a:cubicBezTo>
                  <a:pt x="44" y="256"/>
                  <a:pt x="42" y="260"/>
                  <a:pt x="40" y="264"/>
                </a:cubicBezTo>
                <a:cubicBezTo>
                  <a:pt x="38" y="263"/>
                  <a:pt x="37" y="262"/>
                  <a:pt x="36" y="261"/>
                </a:cubicBezTo>
                <a:cubicBezTo>
                  <a:pt x="13" y="247"/>
                  <a:pt x="13" y="247"/>
                  <a:pt x="13" y="247"/>
                </a:cubicBezTo>
                <a:cubicBezTo>
                  <a:pt x="2" y="240"/>
                  <a:pt x="0" y="225"/>
                  <a:pt x="8" y="215"/>
                </a:cubicBezTo>
                <a:cubicBezTo>
                  <a:pt x="25" y="195"/>
                  <a:pt x="25" y="195"/>
                  <a:pt x="25" y="195"/>
                </a:cubicBezTo>
                <a:cubicBezTo>
                  <a:pt x="34" y="184"/>
                  <a:pt x="37" y="165"/>
                  <a:pt x="32" y="153"/>
                </a:cubicBezTo>
                <a:cubicBezTo>
                  <a:pt x="22" y="128"/>
                  <a:pt x="22" y="128"/>
                  <a:pt x="22" y="128"/>
                </a:cubicBezTo>
                <a:cubicBezTo>
                  <a:pt x="17" y="115"/>
                  <a:pt x="24" y="102"/>
                  <a:pt x="37" y="99"/>
                </a:cubicBezTo>
                <a:cubicBezTo>
                  <a:pt x="63" y="93"/>
                  <a:pt x="63" y="93"/>
                  <a:pt x="63" y="93"/>
                </a:cubicBezTo>
                <a:cubicBezTo>
                  <a:pt x="76" y="89"/>
                  <a:pt x="89" y="76"/>
                  <a:pt x="93" y="63"/>
                </a:cubicBezTo>
                <a:cubicBezTo>
                  <a:pt x="99" y="37"/>
                  <a:pt x="99" y="37"/>
                  <a:pt x="99" y="37"/>
                </a:cubicBezTo>
                <a:cubicBezTo>
                  <a:pt x="102" y="24"/>
                  <a:pt x="115" y="17"/>
                  <a:pt x="128" y="22"/>
                </a:cubicBezTo>
                <a:cubicBezTo>
                  <a:pt x="152" y="32"/>
                  <a:pt x="152" y="32"/>
                  <a:pt x="152" y="32"/>
                </a:cubicBezTo>
                <a:cubicBezTo>
                  <a:pt x="165" y="37"/>
                  <a:pt x="184" y="34"/>
                  <a:pt x="194" y="26"/>
                </a:cubicBezTo>
                <a:cubicBezTo>
                  <a:pt x="215" y="9"/>
                  <a:pt x="215" y="9"/>
                  <a:pt x="215" y="9"/>
                </a:cubicBezTo>
                <a:cubicBezTo>
                  <a:pt x="225" y="0"/>
                  <a:pt x="240" y="2"/>
                  <a:pt x="247" y="14"/>
                </a:cubicBezTo>
                <a:cubicBezTo>
                  <a:pt x="261" y="36"/>
                  <a:pt x="261" y="36"/>
                  <a:pt x="261" y="36"/>
                </a:cubicBezTo>
                <a:cubicBezTo>
                  <a:pt x="268" y="48"/>
                  <a:pt x="285" y="56"/>
                  <a:pt x="299" y="55"/>
                </a:cubicBezTo>
                <a:cubicBezTo>
                  <a:pt x="325" y="53"/>
                  <a:pt x="325" y="53"/>
                  <a:pt x="325" y="53"/>
                </a:cubicBezTo>
                <a:cubicBezTo>
                  <a:pt x="339" y="52"/>
                  <a:pt x="349" y="63"/>
                  <a:pt x="348" y="76"/>
                </a:cubicBezTo>
                <a:cubicBezTo>
                  <a:pt x="346" y="103"/>
                  <a:pt x="346" y="103"/>
                  <a:pt x="346" y="103"/>
                </a:cubicBezTo>
                <a:cubicBezTo>
                  <a:pt x="345" y="116"/>
                  <a:pt x="354" y="134"/>
                  <a:pt x="365" y="141"/>
                </a:cubicBezTo>
                <a:cubicBezTo>
                  <a:pt x="388" y="155"/>
                  <a:pt x="388" y="155"/>
                  <a:pt x="388" y="155"/>
                </a:cubicBezTo>
                <a:cubicBezTo>
                  <a:pt x="399" y="162"/>
                  <a:pt x="402" y="176"/>
                  <a:pt x="393" y="187"/>
                </a:cubicBezTo>
                <a:cubicBezTo>
                  <a:pt x="376" y="207"/>
                  <a:pt x="376" y="207"/>
                  <a:pt x="376" y="207"/>
                </a:cubicBezTo>
                <a:cubicBezTo>
                  <a:pt x="367" y="217"/>
                  <a:pt x="364" y="236"/>
                  <a:pt x="369" y="249"/>
                </a:cubicBezTo>
                <a:cubicBezTo>
                  <a:pt x="379" y="274"/>
                  <a:pt x="379" y="274"/>
                  <a:pt x="379" y="274"/>
                </a:cubicBezTo>
                <a:cubicBezTo>
                  <a:pt x="384" y="286"/>
                  <a:pt x="378" y="299"/>
                  <a:pt x="364" y="302"/>
                </a:cubicBezTo>
                <a:cubicBezTo>
                  <a:pt x="339" y="309"/>
                  <a:pt x="339" y="309"/>
                  <a:pt x="339" y="309"/>
                </a:cubicBezTo>
                <a:cubicBezTo>
                  <a:pt x="326" y="312"/>
                  <a:pt x="312" y="326"/>
                  <a:pt x="309" y="339"/>
                </a:cubicBezTo>
                <a:lnTo>
                  <a:pt x="302" y="365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9" name="Freeform 399">
            <a:extLst xmlns:a="http://schemas.openxmlformats.org/drawingml/2006/main">
              <a:ext uri="{FF2B5EF4-FFF2-40B4-BE49-F238E27FC236}">
                <a16:creationId xmlns:a16="http://schemas.microsoft.com/office/drawing/2014/main" id="{18BCC799-3AB8-A6A9-37C5-0511FBD2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7318" y="3488119"/>
            <a:ext cx="339725" cy="339725"/>
          </a:xfrm>
          <a:custGeom xmlns:a="http://schemas.openxmlformats.org/drawingml/2006/main">
            <a:gdLst>
              <a:gd name="T0" fmla="*/ 3 w 107"/>
              <a:gd name="T1" fmla="*/ 16 h 107"/>
              <a:gd name="T2" fmla="*/ 3 w 107"/>
              <a:gd name="T3" fmla="*/ 3 h 107"/>
              <a:gd name="T4" fmla="*/ 16 w 107"/>
              <a:gd name="T5" fmla="*/ 3 h 107"/>
              <a:gd name="T6" fmla="*/ 104 w 107"/>
              <a:gd name="T7" fmla="*/ 92 h 107"/>
              <a:gd name="T8" fmla="*/ 104 w 107"/>
              <a:gd name="T9" fmla="*/ 104 h 107"/>
              <a:gd name="T10" fmla="*/ 92 w 107"/>
              <a:gd name="T11" fmla="*/ 104 h 107"/>
              <a:gd name="T12" fmla="*/ 3 w 107"/>
              <a:gd name="T13" fmla="*/ 16 h 107"/>
            </a:gdLst>
            <a:rect l="0" t="0" r="r" b="b"/>
            <a:pathLst>
              <a:path w="107" h="107">
                <a:moveTo>
                  <a:pt x="3" y="16"/>
                </a:moveTo>
                <a:cubicBezTo>
                  <a:pt x="0" y="12"/>
                  <a:pt x="0" y="7"/>
                  <a:pt x="3" y="3"/>
                </a:cubicBezTo>
                <a:cubicBezTo>
                  <a:pt x="7" y="0"/>
                  <a:pt x="12" y="0"/>
                  <a:pt x="16" y="3"/>
                </a:cubicBezTo>
                <a:cubicBezTo>
                  <a:pt x="104" y="92"/>
                  <a:pt x="104" y="92"/>
                  <a:pt x="104" y="92"/>
                </a:cubicBezTo>
                <a:cubicBezTo>
                  <a:pt x="107" y="95"/>
                  <a:pt x="107" y="101"/>
                  <a:pt x="104" y="104"/>
                </a:cubicBezTo>
                <a:cubicBezTo>
                  <a:pt x="100" y="107"/>
                  <a:pt x="95" y="107"/>
                  <a:pt x="92" y="104"/>
                </a:cubicBezTo>
                <a:lnTo>
                  <a:pt x="3" y="16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0" name="Freeform 400">
            <a:extLst xmlns:a="http://schemas.openxmlformats.org/drawingml/2006/main">
              <a:ext uri="{FF2B5EF4-FFF2-40B4-BE49-F238E27FC236}">
                <a16:creationId xmlns:a16="http://schemas.microsoft.com/office/drawing/2014/main" id="{2286823E-5CA2-F47A-5DA3-27A05BE3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05243" y="3577019"/>
            <a:ext cx="342900" cy="342900"/>
          </a:xfrm>
          <a:custGeom xmlns:a="http://schemas.openxmlformats.org/drawingml/2006/main">
            <a:gdLst>
              <a:gd name="T0" fmla="*/ 92 w 108"/>
              <a:gd name="T1" fmla="*/ 104 h 108"/>
              <a:gd name="T2" fmla="*/ 4 w 108"/>
              <a:gd name="T3" fmla="*/ 16 h 108"/>
              <a:gd name="T4" fmla="*/ 4 w 108"/>
              <a:gd name="T5" fmla="*/ 4 h 108"/>
              <a:gd name="T6" fmla="*/ 16 w 108"/>
              <a:gd name="T7" fmla="*/ 4 h 108"/>
              <a:gd name="T8" fmla="*/ 104 w 108"/>
              <a:gd name="T9" fmla="*/ 92 h 108"/>
              <a:gd name="T10" fmla="*/ 104 w 108"/>
              <a:gd name="T11" fmla="*/ 104 h 108"/>
              <a:gd name="T12" fmla="*/ 92 w 108"/>
              <a:gd name="T13" fmla="*/ 104 h 108"/>
            </a:gdLst>
            <a:rect l="0" t="0" r="r" b="b"/>
            <a:pathLst>
              <a:path w="108" h="108">
                <a:moveTo>
                  <a:pt x="92" y="104"/>
                </a:moveTo>
                <a:cubicBezTo>
                  <a:pt x="4" y="16"/>
                  <a:pt x="4" y="16"/>
                  <a:pt x="4" y="16"/>
                </a:cubicBezTo>
                <a:cubicBezTo>
                  <a:pt x="0" y="13"/>
                  <a:pt x="0" y="7"/>
                  <a:pt x="4" y="4"/>
                </a:cubicBezTo>
                <a:cubicBezTo>
                  <a:pt x="7" y="0"/>
                  <a:pt x="13" y="0"/>
                  <a:pt x="16" y="4"/>
                </a:cubicBezTo>
                <a:cubicBezTo>
                  <a:pt x="104" y="92"/>
                  <a:pt x="104" y="92"/>
                  <a:pt x="104" y="92"/>
                </a:cubicBezTo>
                <a:cubicBezTo>
                  <a:pt x="108" y="95"/>
                  <a:pt x="108" y="101"/>
                  <a:pt x="104" y="104"/>
                </a:cubicBezTo>
                <a:cubicBezTo>
                  <a:pt x="101" y="108"/>
                  <a:pt x="96" y="108"/>
                  <a:pt x="92" y="10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1" name="Freeform 401">
            <a:extLst xmlns:a="http://schemas.openxmlformats.org/drawingml/2006/main">
              <a:ext uri="{FF2B5EF4-FFF2-40B4-BE49-F238E27FC236}">
                <a16:creationId xmlns:a16="http://schemas.microsoft.com/office/drawing/2014/main" id="{DA42F599-FE5C-3B5E-99B2-12B2B4CE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70318" y="3723069"/>
            <a:ext cx="234950" cy="231775"/>
          </a:xfrm>
          <a:custGeom xmlns:a="http://schemas.openxmlformats.org/drawingml/2006/main">
            <a:gdLst>
              <a:gd name="T0" fmla="*/ 58 w 74"/>
              <a:gd name="T1" fmla="*/ 70 h 73"/>
              <a:gd name="T2" fmla="*/ 3 w 74"/>
              <a:gd name="T3" fmla="*/ 15 h 73"/>
              <a:gd name="T4" fmla="*/ 3 w 74"/>
              <a:gd name="T5" fmla="*/ 3 h 73"/>
              <a:gd name="T6" fmla="*/ 16 w 74"/>
              <a:gd name="T7" fmla="*/ 3 h 73"/>
              <a:gd name="T8" fmla="*/ 70 w 74"/>
              <a:gd name="T9" fmla="*/ 58 h 73"/>
              <a:gd name="T10" fmla="*/ 70 w 74"/>
              <a:gd name="T11" fmla="*/ 70 h 73"/>
              <a:gd name="T12" fmla="*/ 58 w 74"/>
              <a:gd name="T13" fmla="*/ 70 h 73"/>
            </a:gdLst>
            <a:rect l="0" t="0" r="r" b="b"/>
            <a:pathLst>
              <a:path w="74" h="73">
                <a:moveTo>
                  <a:pt x="58" y="70"/>
                </a:moveTo>
                <a:cubicBezTo>
                  <a:pt x="3" y="15"/>
                  <a:pt x="3" y="15"/>
                  <a:pt x="3" y="15"/>
                </a:cubicBezTo>
                <a:cubicBezTo>
                  <a:pt x="0" y="12"/>
                  <a:pt x="0" y="6"/>
                  <a:pt x="3" y="3"/>
                </a:cubicBezTo>
                <a:cubicBezTo>
                  <a:pt x="7" y="0"/>
                  <a:pt x="12" y="0"/>
                  <a:pt x="16" y="3"/>
                </a:cubicBezTo>
                <a:cubicBezTo>
                  <a:pt x="70" y="58"/>
                  <a:pt x="70" y="58"/>
                  <a:pt x="70" y="58"/>
                </a:cubicBezTo>
                <a:cubicBezTo>
                  <a:pt x="74" y="61"/>
                  <a:pt x="74" y="67"/>
                  <a:pt x="70" y="70"/>
                </a:cubicBezTo>
                <a:cubicBezTo>
                  <a:pt x="67" y="73"/>
                  <a:pt x="61" y="73"/>
                  <a:pt x="58" y="7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2" name="Freeform 402">
            <a:extLst xmlns:a="http://schemas.openxmlformats.org/drawingml/2006/main">
              <a:ext uri="{FF2B5EF4-FFF2-40B4-BE49-F238E27FC236}">
                <a16:creationId xmlns:a16="http://schemas.microsoft.com/office/drawing/2014/main" id="{A79C1F52-247B-8215-D675-6D13F2AF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293" y="5408993"/>
            <a:ext cx="346075" cy="438150"/>
          </a:xfrm>
          <a:custGeom xmlns:a="http://schemas.openxmlformats.org/drawingml/2006/main">
            <a:gdLst>
              <a:gd name="T0" fmla="*/ 158 w 218"/>
              <a:gd name="T1" fmla="*/ 46 h 276"/>
              <a:gd name="T2" fmla="*/ 38 w 218"/>
              <a:gd name="T3" fmla="*/ 46 h 276"/>
              <a:gd name="T4" fmla="*/ 38 w 218"/>
              <a:gd name="T5" fmla="*/ 62 h 276"/>
              <a:gd name="T6" fmla="*/ 158 w 218"/>
              <a:gd name="T7" fmla="*/ 62 h 276"/>
              <a:gd name="T8" fmla="*/ 158 w 218"/>
              <a:gd name="T9" fmla="*/ 46 h 276"/>
              <a:gd name="T10" fmla="*/ 194 w 218"/>
              <a:gd name="T11" fmla="*/ 24 h 276"/>
              <a:gd name="T12" fmla="*/ 194 w 218"/>
              <a:gd name="T13" fmla="*/ 0 h 276"/>
              <a:gd name="T14" fmla="*/ 0 w 218"/>
              <a:gd name="T15" fmla="*/ 0 h 276"/>
              <a:gd name="T16" fmla="*/ 0 w 218"/>
              <a:gd name="T17" fmla="*/ 252 h 276"/>
              <a:gd name="T18" fmla="*/ 24 w 218"/>
              <a:gd name="T19" fmla="*/ 252 h 276"/>
              <a:gd name="T20" fmla="*/ 24 w 218"/>
              <a:gd name="T21" fmla="*/ 276 h 276"/>
              <a:gd name="T22" fmla="*/ 218 w 218"/>
              <a:gd name="T23" fmla="*/ 276 h 276"/>
              <a:gd name="T24" fmla="*/ 218 w 218"/>
              <a:gd name="T25" fmla="*/ 24 h 276"/>
              <a:gd name="T26" fmla="*/ 194 w 218"/>
              <a:gd name="T27" fmla="*/ 24 h 276"/>
              <a:gd name="T28" fmla="*/ 14 w 218"/>
              <a:gd name="T29" fmla="*/ 238 h 276"/>
              <a:gd name="T30" fmla="*/ 14 w 218"/>
              <a:gd name="T31" fmla="*/ 14 h 276"/>
              <a:gd name="T32" fmla="*/ 180 w 218"/>
              <a:gd name="T33" fmla="*/ 14 h 276"/>
              <a:gd name="T34" fmla="*/ 180 w 218"/>
              <a:gd name="T35" fmla="*/ 180 h 276"/>
              <a:gd name="T36" fmla="*/ 124 w 218"/>
              <a:gd name="T37" fmla="*/ 180 h 276"/>
              <a:gd name="T38" fmla="*/ 124 w 218"/>
              <a:gd name="T39" fmla="*/ 238 h 276"/>
              <a:gd name="T40" fmla="*/ 14 w 218"/>
              <a:gd name="T41" fmla="*/ 238 h 276"/>
              <a:gd name="T42" fmla="*/ 204 w 218"/>
              <a:gd name="T43" fmla="*/ 262 h 276"/>
              <a:gd name="T44" fmla="*/ 38 w 218"/>
              <a:gd name="T45" fmla="*/ 262 h 276"/>
              <a:gd name="T46" fmla="*/ 38 w 218"/>
              <a:gd name="T47" fmla="*/ 252 h 276"/>
              <a:gd name="T48" fmla="*/ 130 w 218"/>
              <a:gd name="T49" fmla="*/ 252 h 276"/>
              <a:gd name="T50" fmla="*/ 194 w 218"/>
              <a:gd name="T51" fmla="*/ 188 h 276"/>
              <a:gd name="T52" fmla="*/ 194 w 218"/>
              <a:gd name="T53" fmla="*/ 38 h 276"/>
              <a:gd name="T54" fmla="*/ 204 w 218"/>
              <a:gd name="T55" fmla="*/ 38 h 276"/>
              <a:gd name="T56" fmla="*/ 204 w 218"/>
              <a:gd name="T57" fmla="*/ 262 h 276"/>
              <a:gd name="T58" fmla="*/ 158 w 218"/>
              <a:gd name="T59" fmla="*/ 80 h 276"/>
              <a:gd name="T60" fmla="*/ 38 w 218"/>
              <a:gd name="T61" fmla="*/ 80 h 276"/>
              <a:gd name="T62" fmla="*/ 38 w 218"/>
              <a:gd name="T63" fmla="*/ 96 h 276"/>
              <a:gd name="T64" fmla="*/ 158 w 218"/>
              <a:gd name="T65" fmla="*/ 96 h 276"/>
              <a:gd name="T66" fmla="*/ 158 w 218"/>
              <a:gd name="T67" fmla="*/ 80 h 276"/>
              <a:gd name="T68" fmla="*/ 158 w 218"/>
              <a:gd name="T69" fmla="*/ 114 h 276"/>
              <a:gd name="T70" fmla="*/ 38 w 218"/>
              <a:gd name="T71" fmla="*/ 114 h 276"/>
              <a:gd name="T72" fmla="*/ 38 w 218"/>
              <a:gd name="T73" fmla="*/ 130 h 276"/>
              <a:gd name="T74" fmla="*/ 158 w 218"/>
              <a:gd name="T75" fmla="*/ 130 h 276"/>
              <a:gd name="T76" fmla="*/ 158 w 218"/>
              <a:gd name="T77" fmla="*/ 114 h 276"/>
              <a:gd name="T78" fmla="*/ 38 w 218"/>
              <a:gd name="T79" fmla="*/ 164 h 276"/>
              <a:gd name="T80" fmla="*/ 98 w 218"/>
              <a:gd name="T81" fmla="*/ 164 h 276"/>
              <a:gd name="T82" fmla="*/ 98 w 218"/>
              <a:gd name="T83" fmla="*/ 148 h 276"/>
              <a:gd name="T84" fmla="*/ 38 w 218"/>
              <a:gd name="T85" fmla="*/ 148 h 276"/>
              <a:gd name="T86" fmla="*/ 38 w 218"/>
              <a:gd name="T87" fmla="*/ 164 h 276"/>
            </a:gdLst>
            <a:rect l="0" t="0" r="r" b="b"/>
            <a:pathLst>
              <a:path w="218" h="276">
                <a:moveTo>
                  <a:pt x="158" y="46"/>
                </a:moveTo>
                <a:lnTo>
                  <a:pt x="38" y="46"/>
                </a:lnTo>
                <a:lnTo>
                  <a:pt x="38" y="62"/>
                </a:lnTo>
                <a:lnTo>
                  <a:pt x="158" y="62"/>
                </a:lnTo>
                <a:lnTo>
                  <a:pt x="158" y="46"/>
                </a:lnTo>
                <a:close/>
                <a:moveTo>
                  <a:pt x="194" y="24"/>
                </a:moveTo>
                <a:lnTo>
                  <a:pt x="194" y="0"/>
                </a:lnTo>
                <a:lnTo>
                  <a:pt x="0" y="0"/>
                </a:lnTo>
                <a:lnTo>
                  <a:pt x="0" y="252"/>
                </a:lnTo>
                <a:lnTo>
                  <a:pt x="24" y="252"/>
                </a:lnTo>
                <a:lnTo>
                  <a:pt x="24" y="276"/>
                </a:lnTo>
                <a:lnTo>
                  <a:pt x="218" y="276"/>
                </a:lnTo>
                <a:lnTo>
                  <a:pt x="218" y="24"/>
                </a:lnTo>
                <a:lnTo>
                  <a:pt x="194" y="24"/>
                </a:lnTo>
                <a:close/>
                <a:moveTo>
                  <a:pt x="14" y="238"/>
                </a:moveTo>
                <a:lnTo>
                  <a:pt x="14" y="14"/>
                </a:lnTo>
                <a:lnTo>
                  <a:pt x="180" y="14"/>
                </a:lnTo>
                <a:lnTo>
                  <a:pt x="180" y="180"/>
                </a:lnTo>
                <a:lnTo>
                  <a:pt x="124" y="180"/>
                </a:lnTo>
                <a:lnTo>
                  <a:pt x="124" y="238"/>
                </a:lnTo>
                <a:lnTo>
                  <a:pt x="14" y="238"/>
                </a:lnTo>
                <a:close/>
                <a:moveTo>
                  <a:pt x="204" y="262"/>
                </a:moveTo>
                <a:lnTo>
                  <a:pt x="38" y="262"/>
                </a:lnTo>
                <a:lnTo>
                  <a:pt x="38" y="252"/>
                </a:lnTo>
                <a:lnTo>
                  <a:pt x="130" y="252"/>
                </a:lnTo>
                <a:lnTo>
                  <a:pt x="194" y="188"/>
                </a:lnTo>
                <a:lnTo>
                  <a:pt x="194" y="38"/>
                </a:lnTo>
                <a:lnTo>
                  <a:pt x="204" y="38"/>
                </a:lnTo>
                <a:lnTo>
                  <a:pt x="204" y="262"/>
                </a:lnTo>
                <a:close/>
                <a:moveTo>
                  <a:pt x="158" y="80"/>
                </a:moveTo>
                <a:lnTo>
                  <a:pt x="38" y="80"/>
                </a:lnTo>
                <a:lnTo>
                  <a:pt x="38" y="96"/>
                </a:lnTo>
                <a:lnTo>
                  <a:pt x="158" y="96"/>
                </a:lnTo>
                <a:lnTo>
                  <a:pt x="158" y="80"/>
                </a:lnTo>
                <a:close/>
                <a:moveTo>
                  <a:pt x="158" y="114"/>
                </a:moveTo>
                <a:lnTo>
                  <a:pt x="38" y="114"/>
                </a:lnTo>
                <a:lnTo>
                  <a:pt x="38" y="130"/>
                </a:lnTo>
                <a:lnTo>
                  <a:pt x="158" y="130"/>
                </a:lnTo>
                <a:lnTo>
                  <a:pt x="158" y="114"/>
                </a:lnTo>
                <a:close/>
                <a:moveTo>
                  <a:pt x="38" y="164"/>
                </a:moveTo>
                <a:lnTo>
                  <a:pt x="98" y="164"/>
                </a:lnTo>
                <a:lnTo>
                  <a:pt x="98" y="148"/>
                </a:lnTo>
                <a:lnTo>
                  <a:pt x="38" y="148"/>
                </a:lnTo>
                <a:lnTo>
                  <a:pt x="38" y="164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3" name="Freeform 403">
            <a:extLst xmlns:a="http://schemas.openxmlformats.org/drawingml/2006/main">
              <a:ext uri="{FF2B5EF4-FFF2-40B4-BE49-F238E27FC236}">
                <a16:creationId xmlns:a16="http://schemas.microsoft.com/office/drawing/2014/main" id="{69FF4AD9-9D5B-89BA-33EB-7DB07A66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993" y="2951544"/>
            <a:ext cx="403225" cy="504825"/>
          </a:xfrm>
          <a:custGeom xmlns:a="http://schemas.openxmlformats.org/drawingml/2006/main">
            <a:gdLst>
              <a:gd name="T0" fmla="*/ 68 w 127"/>
              <a:gd name="T1" fmla="*/ 94 h 159"/>
              <a:gd name="T2" fmla="*/ 63 w 127"/>
              <a:gd name="T3" fmla="*/ 94 h 159"/>
              <a:gd name="T4" fmla="*/ 53 w 127"/>
              <a:gd name="T5" fmla="*/ 100 h 159"/>
              <a:gd name="T6" fmla="*/ 53 w 127"/>
              <a:gd name="T7" fmla="*/ 105 h 159"/>
              <a:gd name="T8" fmla="*/ 61 w 127"/>
              <a:gd name="T9" fmla="*/ 105 h 159"/>
              <a:gd name="T10" fmla="*/ 61 w 127"/>
              <a:gd name="T11" fmla="*/ 128 h 159"/>
              <a:gd name="T12" fmla="*/ 56 w 127"/>
              <a:gd name="T13" fmla="*/ 128 h 159"/>
              <a:gd name="T14" fmla="*/ 56 w 127"/>
              <a:gd name="T15" fmla="*/ 133 h 159"/>
              <a:gd name="T16" fmla="*/ 73 w 127"/>
              <a:gd name="T17" fmla="*/ 133 h 159"/>
              <a:gd name="T18" fmla="*/ 73 w 127"/>
              <a:gd name="T19" fmla="*/ 128 h 159"/>
              <a:gd name="T20" fmla="*/ 68 w 127"/>
              <a:gd name="T21" fmla="*/ 128 h 159"/>
              <a:gd name="T22" fmla="*/ 68 w 127"/>
              <a:gd name="T23" fmla="*/ 94 h 159"/>
              <a:gd name="T24" fmla="*/ 127 w 127"/>
              <a:gd name="T25" fmla="*/ 24 h 159"/>
              <a:gd name="T26" fmla="*/ 118 w 127"/>
              <a:gd name="T27" fmla="*/ 16 h 159"/>
              <a:gd name="T28" fmla="*/ 89 w 127"/>
              <a:gd name="T29" fmla="*/ 76 h 159"/>
              <a:gd name="T30" fmla="*/ 79 w 127"/>
              <a:gd name="T31" fmla="*/ 71 h 159"/>
              <a:gd name="T32" fmla="*/ 110 w 127"/>
              <a:gd name="T33" fmla="*/ 8 h 159"/>
              <a:gd name="T34" fmla="*/ 102 w 127"/>
              <a:gd name="T35" fmla="*/ 0 h 159"/>
              <a:gd name="T36" fmla="*/ 25 w 127"/>
              <a:gd name="T37" fmla="*/ 0 h 159"/>
              <a:gd name="T38" fmla="*/ 16 w 127"/>
              <a:gd name="T39" fmla="*/ 8 h 159"/>
              <a:gd name="T40" fmla="*/ 47 w 127"/>
              <a:gd name="T41" fmla="*/ 71 h 159"/>
              <a:gd name="T42" fmla="*/ 37 w 127"/>
              <a:gd name="T43" fmla="*/ 76 h 159"/>
              <a:gd name="T44" fmla="*/ 8 w 127"/>
              <a:gd name="T45" fmla="*/ 16 h 159"/>
              <a:gd name="T46" fmla="*/ 0 w 127"/>
              <a:gd name="T47" fmla="*/ 24 h 159"/>
              <a:gd name="T48" fmla="*/ 29 w 127"/>
              <a:gd name="T49" fmla="*/ 84 h 159"/>
              <a:gd name="T50" fmla="*/ 18 w 127"/>
              <a:gd name="T51" fmla="*/ 114 h 159"/>
              <a:gd name="T52" fmla="*/ 63 w 127"/>
              <a:gd name="T53" fmla="*/ 159 h 159"/>
              <a:gd name="T54" fmla="*/ 109 w 127"/>
              <a:gd name="T55" fmla="*/ 114 h 159"/>
              <a:gd name="T56" fmla="*/ 98 w 127"/>
              <a:gd name="T57" fmla="*/ 84 h 159"/>
              <a:gd name="T58" fmla="*/ 127 w 127"/>
              <a:gd name="T59" fmla="*/ 24 h 159"/>
              <a:gd name="T60" fmla="*/ 30 w 127"/>
              <a:gd name="T61" fmla="*/ 11 h 159"/>
              <a:gd name="T62" fmla="*/ 96 w 127"/>
              <a:gd name="T63" fmla="*/ 11 h 159"/>
              <a:gd name="T64" fmla="*/ 91 w 127"/>
              <a:gd name="T65" fmla="*/ 22 h 159"/>
              <a:gd name="T66" fmla="*/ 36 w 127"/>
              <a:gd name="T67" fmla="*/ 22 h 159"/>
              <a:gd name="T68" fmla="*/ 30 w 127"/>
              <a:gd name="T69" fmla="*/ 11 h 159"/>
              <a:gd name="T70" fmla="*/ 41 w 127"/>
              <a:gd name="T71" fmla="*/ 34 h 159"/>
              <a:gd name="T72" fmla="*/ 85 w 127"/>
              <a:gd name="T73" fmla="*/ 34 h 159"/>
              <a:gd name="T74" fmla="*/ 68 w 127"/>
              <a:gd name="T75" fmla="*/ 68 h 159"/>
              <a:gd name="T76" fmla="*/ 63 w 127"/>
              <a:gd name="T77" fmla="*/ 68 h 159"/>
              <a:gd name="T78" fmla="*/ 58 w 127"/>
              <a:gd name="T79" fmla="*/ 68 h 159"/>
              <a:gd name="T80" fmla="*/ 41 w 127"/>
              <a:gd name="T81" fmla="*/ 34 h 159"/>
              <a:gd name="T82" fmla="*/ 99 w 127"/>
              <a:gd name="T83" fmla="*/ 114 h 159"/>
              <a:gd name="T84" fmla="*/ 63 w 127"/>
              <a:gd name="T85" fmla="*/ 149 h 159"/>
              <a:gd name="T86" fmla="*/ 28 w 127"/>
              <a:gd name="T87" fmla="*/ 114 h 159"/>
              <a:gd name="T88" fmla="*/ 63 w 127"/>
              <a:gd name="T89" fmla="*/ 78 h 159"/>
              <a:gd name="T90" fmla="*/ 99 w 127"/>
              <a:gd name="T91" fmla="*/ 114 h 159"/>
              <a:gd name="T92" fmla="*/ 63 w 127"/>
              <a:gd name="T93" fmla="*/ 81 h 159"/>
              <a:gd name="T94" fmla="*/ 31 w 127"/>
              <a:gd name="T95" fmla="*/ 114 h 159"/>
              <a:gd name="T96" fmla="*/ 63 w 127"/>
              <a:gd name="T97" fmla="*/ 146 h 159"/>
              <a:gd name="T98" fmla="*/ 96 w 127"/>
              <a:gd name="T99" fmla="*/ 114 h 159"/>
              <a:gd name="T100" fmla="*/ 63 w 127"/>
              <a:gd name="T101" fmla="*/ 81 h 159"/>
              <a:gd name="T102" fmla="*/ 63 w 127"/>
              <a:gd name="T103" fmla="*/ 143 h 159"/>
              <a:gd name="T104" fmla="*/ 34 w 127"/>
              <a:gd name="T105" fmla="*/ 114 h 159"/>
              <a:gd name="T106" fmla="*/ 63 w 127"/>
              <a:gd name="T107" fmla="*/ 84 h 159"/>
              <a:gd name="T108" fmla="*/ 92 w 127"/>
              <a:gd name="T109" fmla="*/ 114 h 159"/>
              <a:gd name="T110" fmla="*/ 63 w 127"/>
              <a:gd name="T111" fmla="*/ 143 h 159"/>
            </a:gdLst>
            <a:rect l="0" t="0" r="r" b="b"/>
            <a:pathLst>
              <a:path w="127" h="159">
                <a:moveTo>
                  <a:pt x="68" y="94"/>
                </a:moveTo>
                <a:cubicBezTo>
                  <a:pt x="63" y="94"/>
                  <a:pt x="63" y="94"/>
                  <a:pt x="63" y="94"/>
                </a:cubicBezTo>
                <a:cubicBezTo>
                  <a:pt x="63" y="94"/>
                  <a:pt x="61" y="100"/>
                  <a:pt x="53" y="100"/>
                </a:cubicBezTo>
                <a:cubicBezTo>
                  <a:pt x="53" y="105"/>
                  <a:pt x="53" y="105"/>
                  <a:pt x="53" y="105"/>
                </a:cubicBezTo>
                <a:cubicBezTo>
                  <a:pt x="61" y="105"/>
                  <a:pt x="61" y="105"/>
                  <a:pt x="61" y="105"/>
                </a:cubicBezTo>
                <a:cubicBezTo>
                  <a:pt x="61" y="128"/>
                  <a:pt x="61" y="128"/>
                  <a:pt x="61" y="128"/>
                </a:cubicBezTo>
                <a:cubicBezTo>
                  <a:pt x="56" y="128"/>
                  <a:pt x="56" y="128"/>
                  <a:pt x="56" y="128"/>
                </a:cubicBezTo>
                <a:cubicBezTo>
                  <a:pt x="56" y="133"/>
                  <a:pt x="56" y="133"/>
                  <a:pt x="56" y="133"/>
                </a:cubicBezTo>
                <a:cubicBezTo>
                  <a:pt x="73" y="133"/>
                  <a:pt x="73" y="133"/>
                  <a:pt x="73" y="133"/>
                </a:cubicBezTo>
                <a:cubicBezTo>
                  <a:pt x="73" y="128"/>
                  <a:pt x="73" y="128"/>
                  <a:pt x="73" y="128"/>
                </a:cubicBezTo>
                <a:cubicBezTo>
                  <a:pt x="68" y="128"/>
                  <a:pt x="68" y="128"/>
                  <a:pt x="68" y="128"/>
                </a:cubicBezTo>
                <a:lnTo>
                  <a:pt x="68" y="94"/>
                </a:lnTo>
                <a:close/>
                <a:moveTo>
                  <a:pt x="127" y="24"/>
                </a:moveTo>
                <a:cubicBezTo>
                  <a:pt x="118" y="16"/>
                  <a:pt x="118" y="16"/>
                  <a:pt x="118" y="16"/>
                </a:cubicBezTo>
                <a:cubicBezTo>
                  <a:pt x="89" y="76"/>
                  <a:pt x="89" y="76"/>
                  <a:pt x="89" y="76"/>
                </a:cubicBezTo>
                <a:cubicBezTo>
                  <a:pt x="86" y="74"/>
                  <a:pt x="83" y="72"/>
                  <a:pt x="79" y="71"/>
                </a:cubicBezTo>
                <a:cubicBezTo>
                  <a:pt x="110" y="8"/>
                  <a:pt x="110" y="8"/>
                  <a:pt x="110" y="8"/>
                </a:cubicBezTo>
                <a:cubicBezTo>
                  <a:pt x="102" y="0"/>
                  <a:pt x="102" y="0"/>
                  <a:pt x="102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16" y="8"/>
                  <a:pt x="16" y="8"/>
                  <a:pt x="16" y="8"/>
                </a:cubicBezTo>
                <a:cubicBezTo>
                  <a:pt x="47" y="71"/>
                  <a:pt x="47" y="71"/>
                  <a:pt x="47" y="71"/>
                </a:cubicBezTo>
                <a:cubicBezTo>
                  <a:pt x="44" y="72"/>
                  <a:pt x="40" y="74"/>
                  <a:pt x="37" y="76"/>
                </a:cubicBezTo>
                <a:cubicBezTo>
                  <a:pt x="8" y="16"/>
                  <a:pt x="8" y="16"/>
                  <a:pt x="8" y="16"/>
                </a:cubicBezTo>
                <a:cubicBezTo>
                  <a:pt x="0" y="24"/>
                  <a:pt x="0" y="24"/>
                  <a:pt x="0" y="24"/>
                </a:cubicBezTo>
                <a:cubicBezTo>
                  <a:pt x="29" y="84"/>
                  <a:pt x="29" y="84"/>
                  <a:pt x="29" y="84"/>
                </a:cubicBezTo>
                <a:cubicBezTo>
                  <a:pt x="22" y="92"/>
                  <a:pt x="18" y="102"/>
                  <a:pt x="18" y="114"/>
                </a:cubicBezTo>
                <a:cubicBezTo>
                  <a:pt x="18" y="139"/>
                  <a:pt x="38" y="159"/>
                  <a:pt x="63" y="159"/>
                </a:cubicBezTo>
                <a:cubicBezTo>
                  <a:pt x="88" y="159"/>
                  <a:pt x="109" y="139"/>
                  <a:pt x="109" y="114"/>
                </a:cubicBezTo>
                <a:cubicBezTo>
                  <a:pt x="109" y="102"/>
                  <a:pt x="104" y="92"/>
                  <a:pt x="98" y="84"/>
                </a:cubicBezTo>
                <a:lnTo>
                  <a:pt x="127" y="24"/>
                </a:lnTo>
                <a:close/>
                <a:moveTo>
                  <a:pt x="30" y="11"/>
                </a:moveTo>
                <a:cubicBezTo>
                  <a:pt x="96" y="11"/>
                  <a:pt x="96" y="11"/>
                  <a:pt x="96" y="11"/>
                </a:cubicBezTo>
                <a:cubicBezTo>
                  <a:pt x="91" y="22"/>
                  <a:pt x="91" y="22"/>
                  <a:pt x="91" y="22"/>
                </a:cubicBezTo>
                <a:cubicBezTo>
                  <a:pt x="36" y="22"/>
                  <a:pt x="36" y="22"/>
                  <a:pt x="36" y="22"/>
                </a:cubicBezTo>
                <a:lnTo>
                  <a:pt x="30" y="11"/>
                </a:lnTo>
                <a:close/>
                <a:moveTo>
                  <a:pt x="41" y="34"/>
                </a:moveTo>
                <a:cubicBezTo>
                  <a:pt x="85" y="34"/>
                  <a:pt x="85" y="34"/>
                  <a:pt x="85" y="34"/>
                </a:cubicBezTo>
                <a:cubicBezTo>
                  <a:pt x="68" y="68"/>
                  <a:pt x="68" y="68"/>
                  <a:pt x="68" y="68"/>
                </a:cubicBezTo>
                <a:cubicBezTo>
                  <a:pt x="67" y="68"/>
                  <a:pt x="65" y="68"/>
                  <a:pt x="63" y="68"/>
                </a:cubicBezTo>
                <a:cubicBezTo>
                  <a:pt x="62" y="68"/>
                  <a:pt x="60" y="68"/>
                  <a:pt x="58" y="68"/>
                </a:cubicBezTo>
                <a:lnTo>
                  <a:pt x="41" y="34"/>
                </a:lnTo>
                <a:close/>
                <a:moveTo>
                  <a:pt x="99" y="114"/>
                </a:moveTo>
                <a:cubicBezTo>
                  <a:pt x="99" y="133"/>
                  <a:pt x="83" y="149"/>
                  <a:pt x="63" y="149"/>
                </a:cubicBezTo>
                <a:cubicBezTo>
                  <a:pt x="44" y="149"/>
                  <a:pt x="28" y="133"/>
                  <a:pt x="28" y="114"/>
                </a:cubicBezTo>
                <a:cubicBezTo>
                  <a:pt x="28" y="94"/>
                  <a:pt x="44" y="78"/>
                  <a:pt x="63" y="78"/>
                </a:cubicBezTo>
                <a:cubicBezTo>
                  <a:pt x="83" y="78"/>
                  <a:pt x="99" y="94"/>
                  <a:pt x="99" y="114"/>
                </a:cubicBezTo>
                <a:close/>
                <a:moveTo>
                  <a:pt x="63" y="81"/>
                </a:moveTo>
                <a:cubicBezTo>
                  <a:pt x="45" y="81"/>
                  <a:pt x="31" y="96"/>
                  <a:pt x="31" y="114"/>
                </a:cubicBezTo>
                <a:cubicBezTo>
                  <a:pt x="31" y="132"/>
                  <a:pt x="45" y="146"/>
                  <a:pt x="63" y="146"/>
                </a:cubicBezTo>
                <a:cubicBezTo>
                  <a:pt x="81" y="146"/>
                  <a:pt x="96" y="132"/>
                  <a:pt x="96" y="114"/>
                </a:cubicBezTo>
                <a:cubicBezTo>
                  <a:pt x="96" y="96"/>
                  <a:pt x="81" y="81"/>
                  <a:pt x="63" y="81"/>
                </a:cubicBezTo>
                <a:close/>
                <a:moveTo>
                  <a:pt x="63" y="143"/>
                </a:moveTo>
                <a:cubicBezTo>
                  <a:pt x="47" y="143"/>
                  <a:pt x="34" y="130"/>
                  <a:pt x="34" y="114"/>
                </a:cubicBezTo>
                <a:cubicBezTo>
                  <a:pt x="34" y="97"/>
                  <a:pt x="47" y="84"/>
                  <a:pt x="63" y="84"/>
                </a:cubicBezTo>
                <a:cubicBezTo>
                  <a:pt x="79" y="84"/>
                  <a:pt x="92" y="97"/>
                  <a:pt x="92" y="114"/>
                </a:cubicBezTo>
                <a:cubicBezTo>
                  <a:pt x="92" y="130"/>
                  <a:pt x="79" y="143"/>
                  <a:pt x="63" y="143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4" name="Freeform 404">
            <a:extLst xmlns:a="http://schemas.openxmlformats.org/drawingml/2006/main">
              <a:ext uri="{FF2B5EF4-FFF2-40B4-BE49-F238E27FC236}">
                <a16:creationId xmlns:a16="http://schemas.microsoft.com/office/drawing/2014/main" id="{7FD104A9-647A-6727-3884-B6516986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1667" y="5396294"/>
            <a:ext cx="419100" cy="415925"/>
          </a:xfrm>
          <a:custGeom xmlns:a="http://schemas.openxmlformats.org/drawingml/2006/main">
            <a:gdLst>
              <a:gd name="T0" fmla="*/ 65 w 132"/>
              <a:gd name="T1" fmla="*/ 91 h 131"/>
              <a:gd name="T2" fmla="*/ 68 w 132"/>
              <a:gd name="T3" fmla="*/ 91 h 131"/>
              <a:gd name="T4" fmla="*/ 77 w 132"/>
              <a:gd name="T5" fmla="*/ 85 h 131"/>
              <a:gd name="T6" fmla="*/ 56 w 132"/>
              <a:gd name="T7" fmla="*/ 85 h 131"/>
              <a:gd name="T8" fmla="*/ 65 w 132"/>
              <a:gd name="T9" fmla="*/ 91 h 131"/>
              <a:gd name="T10" fmla="*/ 47 w 132"/>
              <a:gd name="T11" fmla="*/ 78 h 131"/>
              <a:gd name="T12" fmla="*/ 86 w 132"/>
              <a:gd name="T13" fmla="*/ 78 h 131"/>
              <a:gd name="T14" fmla="*/ 95 w 132"/>
              <a:gd name="T15" fmla="*/ 72 h 131"/>
              <a:gd name="T16" fmla="*/ 38 w 132"/>
              <a:gd name="T17" fmla="*/ 72 h 131"/>
              <a:gd name="T18" fmla="*/ 47 w 132"/>
              <a:gd name="T19" fmla="*/ 78 h 131"/>
              <a:gd name="T20" fmla="*/ 27 w 132"/>
              <a:gd name="T21" fmla="*/ 65 h 131"/>
              <a:gd name="T22" fmla="*/ 28 w 132"/>
              <a:gd name="T23" fmla="*/ 66 h 131"/>
              <a:gd name="T24" fmla="*/ 104 w 132"/>
              <a:gd name="T25" fmla="*/ 66 h 131"/>
              <a:gd name="T26" fmla="*/ 106 w 132"/>
              <a:gd name="T27" fmla="*/ 65 h 131"/>
              <a:gd name="T28" fmla="*/ 106 w 132"/>
              <a:gd name="T29" fmla="*/ 60 h 131"/>
              <a:gd name="T30" fmla="*/ 27 w 132"/>
              <a:gd name="T31" fmla="*/ 60 h 131"/>
              <a:gd name="T32" fmla="*/ 27 w 132"/>
              <a:gd name="T33" fmla="*/ 65 h 131"/>
              <a:gd name="T34" fmla="*/ 129 w 132"/>
              <a:gd name="T35" fmla="*/ 41 h 131"/>
              <a:gd name="T36" fmla="*/ 71 w 132"/>
              <a:gd name="T37" fmla="*/ 2 h 131"/>
              <a:gd name="T38" fmla="*/ 62 w 132"/>
              <a:gd name="T39" fmla="*/ 2 h 131"/>
              <a:gd name="T40" fmla="*/ 4 w 132"/>
              <a:gd name="T41" fmla="*/ 41 h 131"/>
              <a:gd name="T42" fmla="*/ 0 w 132"/>
              <a:gd name="T43" fmla="*/ 48 h 131"/>
              <a:gd name="T44" fmla="*/ 0 w 132"/>
              <a:gd name="T45" fmla="*/ 123 h 131"/>
              <a:gd name="T46" fmla="*/ 9 w 132"/>
              <a:gd name="T47" fmla="*/ 131 h 131"/>
              <a:gd name="T48" fmla="*/ 124 w 132"/>
              <a:gd name="T49" fmla="*/ 131 h 131"/>
              <a:gd name="T50" fmla="*/ 132 w 132"/>
              <a:gd name="T51" fmla="*/ 123 h 131"/>
              <a:gd name="T52" fmla="*/ 132 w 132"/>
              <a:gd name="T53" fmla="*/ 48 h 131"/>
              <a:gd name="T54" fmla="*/ 129 w 132"/>
              <a:gd name="T55" fmla="*/ 41 h 131"/>
              <a:gd name="T56" fmla="*/ 124 w 132"/>
              <a:gd name="T57" fmla="*/ 60 h 131"/>
              <a:gd name="T58" fmla="*/ 66 w 132"/>
              <a:gd name="T59" fmla="*/ 99 h 131"/>
              <a:gd name="T60" fmla="*/ 9 w 132"/>
              <a:gd name="T61" fmla="*/ 60 h 131"/>
              <a:gd name="T62" fmla="*/ 9 w 132"/>
              <a:gd name="T63" fmla="*/ 52 h 131"/>
              <a:gd name="T64" fmla="*/ 13 w 132"/>
              <a:gd name="T65" fmla="*/ 48 h 131"/>
              <a:gd name="T66" fmla="*/ 120 w 132"/>
              <a:gd name="T67" fmla="*/ 48 h 131"/>
              <a:gd name="T68" fmla="*/ 124 w 132"/>
              <a:gd name="T69" fmla="*/ 52 h 131"/>
              <a:gd name="T70" fmla="*/ 124 w 132"/>
              <a:gd name="T71" fmla="*/ 60 h 131"/>
            </a:gdLst>
            <a:rect l="0" t="0" r="r" b="b"/>
            <a:pathLst>
              <a:path w="132" h="131">
                <a:moveTo>
                  <a:pt x="65" y="91"/>
                </a:moveTo>
                <a:cubicBezTo>
                  <a:pt x="68" y="91"/>
                  <a:pt x="68" y="91"/>
                  <a:pt x="68" y="91"/>
                </a:cubicBezTo>
                <a:cubicBezTo>
                  <a:pt x="77" y="85"/>
                  <a:pt x="77" y="85"/>
                  <a:pt x="77" y="85"/>
                </a:cubicBezTo>
                <a:cubicBezTo>
                  <a:pt x="56" y="85"/>
                  <a:pt x="56" y="85"/>
                  <a:pt x="56" y="85"/>
                </a:cubicBezTo>
                <a:lnTo>
                  <a:pt x="65" y="91"/>
                </a:lnTo>
                <a:close/>
                <a:moveTo>
                  <a:pt x="47" y="78"/>
                </a:moveTo>
                <a:cubicBezTo>
                  <a:pt x="86" y="78"/>
                  <a:pt x="86" y="78"/>
                  <a:pt x="86" y="78"/>
                </a:cubicBezTo>
                <a:cubicBezTo>
                  <a:pt x="95" y="72"/>
                  <a:pt x="95" y="72"/>
                  <a:pt x="95" y="72"/>
                </a:cubicBezTo>
                <a:cubicBezTo>
                  <a:pt x="38" y="72"/>
                  <a:pt x="38" y="72"/>
                  <a:pt x="38" y="72"/>
                </a:cubicBezTo>
                <a:lnTo>
                  <a:pt x="47" y="78"/>
                </a:lnTo>
                <a:close/>
                <a:moveTo>
                  <a:pt x="27" y="65"/>
                </a:moveTo>
                <a:cubicBezTo>
                  <a:pt x="28" y="66"/>
                  <a:pt x="28" y="66"/>
                  <a:pt x="28" y="66"/>
                </a:cubicBezTo>
                <a:cubicBezTo>
                  <a:pt x="104" y="66"/>
                  <a:pt x="104" y="66"/>
                  <a:pt x="104" y="66"/>
                </a:cubicBezTo>
                <a:cubicBezTo>
                  <a:pt x="106" y="65"/>
                  <a:pt x="106" y="65"/>
                  <a:pt x="106" y="65"/>
                </a:cubicBezTo>
                <a:cubicBezTo>
                  <a:pt x="106" y="60"/>
                  <a:pt x="106" y="60"/>
                  <a:pt x="106" y="60"/>
                </a:cubicBezTo>
                <a:cubicBezTo>
                  <a:pt x="27" y="60"/>
                  <a:pt x="27" y="60"/>
                  <a:pt x="27" y="60"/>
                </a:cubicBezTo>
                <a:lnTo>
                  <a:pt x="27" y="65"/>
                </a:lnTo>
                <a:close/>
                <a:moveTo>
                  <a:pt x="129" y="41"/>
                </a:moveTo>
                <a:cubicBezTo>
                  <a:pt x="71" y="2"/>
                  <a:pt x="71" y="2"/>
                  <a:pt x="71" y="2"/>
                </a:cubicBezTo>
                <a:cubicBezTo>
                  <a:pt x="68" y="0"/>
                  <a:pt x="65" y="0"/>
                  <a:pt x="62" y="2"/>
                </a:cubicBezTo>
                <a:cubicBezTo>
                  <a:pt x="4" y="41"/>
                  <a:pt x="4" y="41"/>
                  <a:pt x="4" y="41"/>
                </a:cubicBezTo>
                <a:cubicBezTo>
                  <a:pt x="2" y="43"/>
                  <a:pt x="0" y="45"/>
                  <a:pt x="0" y="48"/>
                </a:cubicBezTo>
                <a:cubicBezTo>
                  <a:pt x="0" y="123"/>
                  <a:pt x="0" y="123"/>
                  <a:pt x="0" y="123"/>
                </a:cubicBezTo>
                <a:cubicBezTo>
                  <a:pt x="0" y="127"/>
                  <a:pt x="4" y="131"/>
                  <a:pt x="9" y="131"/>
                </a:cubicBezTo>
                <a:cubicBezTo>
                  <a:pt x="124" y="131"/>
                  <a:pt x="124" y="131"/>
                  <a:pt x="124" y="131"/>
                </a:cubicBezTo>
                <a:cubicBezTo>
                  <a:pt x="129" y="131"/>
                  <a:pt x="132" y="127"/>
                  <a:pt x="132" y="123"/>
                </a:cubicBezTo>
                <a:cubicBezTo>
                  <a:pt x="132" y="48"/>
                  <a:pt x="132" y="48"/>
                  <a:pt x="132" y="48"/>
                </a:cubicBezTo>
                <a:cubicBezTo>
                  <a:pt x="132" y="45"/>
                  <a:pt x="131" y="43"/>
                  <a:pt x="129" y="41"/>
                </a:cubicBezTo>
                <a:close/>
                <a:moveTo>
                  <a:pt x="124" y="60"/>
                </a:moveTo>
                <a:cubicBezTo>
                  <a:pt x="66" y="99"/>
                  <a:pt x="66" y="99"/>
                  <a:pt x="66" y="99"/>
                </a:cubicBezTo>
                <a:cubicBezTo>
                  <a:pt x="9" y="60"/>
                  <a:pt x="9" y="60"/>
                  <a:pt x="9" y="60"/>
                </a:cubicBezTo>
                <a:cubicBezTo>
                  <a:pt x="9" y="52"/>
                  <a:pt x="9" y="52"/>
                  <a:pt x="9" y="52"/>
                </a:cubicBezTo>
                <a:cubicBezTo>
                  <a:pt x="9" y="50"/>
                  <a:pt x="11" y="48"/>
                  <a:pt x="13" y="48"/>
                </a:cubicBezTo>
                <a:cubicBezTo>
                  <a:pt x="120" y="48"/>
                  <a:pt x="120" y="48"/>
                  <a:pt x="120" y="48"/>
                </a:cubicBezTo>
                <a:cubicBezTo>
                  <a:pt x="122" y="48"/>
                  <a:pt x="124" y="50"/>
                  <a:pt x="124" y="52"/>
                </a:cubicBezTo>
                <a:lnTo>
                  <a:pt x="124" y="6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5" name="Freeform 405">
            <a:extLst xmlns:a="http://schemas.openxmlformats.org/drawingml/2006/main">
              <a:ext uri="{FF2B5EF4-FFF2-40B4-BE49-F238E27FC236}">
                <a16:creationId xmlns:a16="http://schemas.microsoft.com/office/drawing/2014/main" id="{3B48C8CA-E8D3-7147-3584-9EA2D2F1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9442" y="2999169"/>
            <a:ext cx="469900" cy="396875"/>
          </a:xfrm>
          <a:custGeom xmlns:a="http://schemas.openxmlformats.org/drawingml/2006/main">
            <a:gdLst>
              <a:gd name="T0" fmla="*/ 52 w 148"/>
              <a:gd name="T1" fmla="*/ 81 h 125"/>
              <a:gd name="T2" fmla="*/ 52 w 148"/>
              <a:gd name="T3" fmla="*/ 125 h 125"/>
              <a:gd name="T4" fmla="*/ 85 w 148"/>
              <a:gd name="T5" fmla="*/ 125 h 125"/>
              <a:gd name="T6" fmla="*/ 85 w 148"/>
              <a:gd name="T7" fmla="*/ 86 h 125"/>
              <a:gd name="T8" fmla="*/ 71 w 148"/>
              <a:gd name="T9" fmla="*/ 100 h 125"/>
              <a:gd name="T10" fmla="*/ 52 w 148"/>
              <a:gd name="T11" fmla="*/ 81 h 125"/>
              <a:gd name="T12" fmla="*/ 6 w 148"/>
              <a:gd name="T13" fmla="*/ 120 h 125"/>
              <a:gd name="T14" fmla="*/ 12 w 148"/>
              <a:gd name="T15" fmla="*/ 125 h 125"/>
              <a:gd name="T16" fmla="*/ 39 w 148"/>
              <a:gd name="T17" fmla="*/ 125 h 125"/>
              <a:gd name="T18" fmla="*/ 39 w 148"/>
              <a:gd name="T19" fmla="*/ 68 h 125"/>
              <a:gd name="T20" fmla="*/ 6 w 148"/>
              <a:gd name="T21" fmla="*/ 101 h 125"/>
              <a:gd name="T22" fmla="*/ 6 w 148"/>
              <a:gd name="T23" fmla="*/ 120 h 125"/>
              <a:gd name="T24" fmla="*/ 118 w 148"/>
              <a:gd name="T25" fmla="*/ 2 h 125"/>
              <a:gd name="T26" fmla="*/ 113 w 148"/>
              <a:gd name="T27" fmla="*/ 9 h 125"/>
              <a:gd name="T28" fmla="*/ 119 w 148"/>
              <a:gd name="T29" fmla="*/ 14 h 125"/>
              <a:gd name="T30" fmla="*/ 126 w 148"/>
              <a:gd name="T31" fmla="*/ 14 h 125"/>
              <a:gd name="T32" fmla="*/ 71 w 148"/>
              <a:gd name="T33" fmla="*/ 68 h 125"/>
              <a:gd name="T34" fmla="*/ 39 w 148"/>
              <a:gd name="T35" fmla="*/ 36 h 125"/>
              <a:gd name="T36" fmla="*/ 2 w 148"/>
              <a:gd name="T37" fmla="*/ 73 h 125"/>
              <a:gd name="T38" fmla="*/ 2 w 148"/>
              <a:gd name="T39" fmla="*/ 82 h 125"/>
              <a:gd name="T40" fmla="*/ 10 w 148"/>
              <a:gd name="T41" fmla="*/ 82 h 125"/>
              <a:gd name="T42" fmla="*/ 39 w 148"/>
              <a:gd name="T43" fmla="*/ 53 h 125"/>
              <a:gd name="T44" fmla="*/ 71 w 148"/>
              <a:gd name="T45" fmla="*/ 85 h 125"/>
              <a:gd name="T46" fmla="*/ 134 w 148"/>
              <a:gd name="T47" fmla="*/ 22 h 125"/>
              <a:gd name="T48" fmla="*/ 133 w 148"/>
              <a:gd name="T49" fmla="*/ 28 h 125"/>
              <a:gd name="T50" fmla="*/ 139 w 148"/>
              <a:gd name="T51" fmla="*/ 35 h 125"/>
              <a:gd name="T52" fmla="*/ 139 w 148"/>
              <a:gd name="T53" fmla="*/ 35 h 125"/>
              <a:gd name="T54" fmla="*/ 145 w 148"/>
              <a:gd name="T55" fmla="*/ 29 h 125"/>
              <a:gd name="T56" fmla="*/ 148 w 148"/>
              <a:gd name="T57" fmla="*/ 0 h 125"/>
              <a:gd name="T58" fmla="*/ 118 w 148"/>
              <a:gd name="T59" fmla="*/ 2 h 125"/>
              <a:gd name="T60" fmla="*/ 98 w 148"/>
              <a:gd name="T61" fmla="*/ 73 h 125"/>
              <a:gd name="T62" fmla="*/ 98 w 148"/>
              <a:gd name="T63" fmla="*/ 125 h 125"/>
              <a:gd name="T64" fmla="*/ 126 w 148"/>
              <a:gd name="T65" fmla="*/ 125 h 125"/>
              <a:gd name="T66" fmla="*/ 131 w 148"/>
              <a:gd name="T67" fmla="*/ 120 h 125"/>
              <a:gd name="T68" fmla="*/ 131 w 148"/>
              <a:gd name="T69" fmla="*/ 40 h 125"/>
              <a:gd name="T70" fmla="*/ 103 w 148"/>
              <a:gd name="T71" fmla="*/ 68 h 125"/>
              <a:gd name="T72" fmla="*/ 98 w 148"/>
              <a:gd name="T73" fmla="*/ 73 h 125"/>
            </a:gdLst>
            <a:rect l="0" t="0" r="r" b="b"/>
            <a:pathLst>
              <a:path w="148" h="125">
                <a:moveTo>
                  <a:pt x="52" y="81"/>
                </a:moveTo>
                <a:cubicBezTo>
                  <a:pt x="52" y="125"/>
                  <a:pt x="52" y="125"/>
                  <a:pt x="52" y="125"/>
                </a:cubicBezTo>
                <a:cubicBezTo>
                  <a:pt x="85" y="125"/>
                  <a:pt x="85" y="125"/>
                  <a:pt x="85" y="125"/>
                </a:cubicBezTo>
                <a:cubicBezTo>
                  <a:pt x="85" y="86"/>
                  <a:pt x="85" y="86"/>
                  <a:pt x="85" y="86"/>
                </a:cubicBezTo>
                <a:cubicBezTo>
                  <a:pt x="71" y="100"/>
                  <a:pt x="71" y="100"/>
                  <a:pt x="71" y="100"/>
                </a:cubicBezTo>
                <a:lnTo>
                  <a:pt x="52" y="81"/>
                </a:lnTo>
                <a:close/>
                <a:moveTo>
                  <a:pt x="6" y="120"/>
                </a:moveTo>
                <a:cubicBezTo>
                  <a:pt x="6" y="123"/>
                  <a:pt x="9" y="125"/>
                  <a:pt x="12" y="125"/>
                </a:cubicBezTo>
                <a:cubicBezTo>
                  <a:pt x="39" y="125"/>
                  <a:pt x="39" y="125"/>
                  <a:pt x="39" y="125"/>
                </a:cubicBezTo>
                <a:cubicBezTo>
                  <a:pt x="39" y="68"/>
                  <a:pt x="39" y="68"/>
                  <a:pt x="39" y="68"/>
                </a:cubicBezTo>
                <a:cubicBezTo>
                  <a:pt x="6" y="101"/>
                  <a:pt x="6" y="101"/>
                  <a:pt x="6" y="101"/>
                </a:cubicBezTo>
                <a:lnTo>
                  <a:pt x="6" y="120"/>
                </a:lnTo>
                <a:close/>
                <a:moveTo>
                  <a:pt x="118" y="2"/>
                </a:moveTo>
                <a:cubicBezTo>
                  <a:pt x="115" y="3"/>
                  <a:pt x="113" y="5"/>
                  <a:pt x="113" y="9"/>
                </a:cubicBezTo>
                <a:cubicBezTo>
                  <a:pt x="113" y="12"/>
                  <a:pt x="116" y="14"/>
                  <a:pt x="119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71" y="68"/>
                  <a:pt x="71" y="68"/>
                  <a:pt x="71" y="68"/>
                </a:cubicBezTo>
                <a:cubicBezTo>
                  <a:pt x="39" y="36"/>
                  <a:pt x="39" y="36"/>
                  <a:pt x="39" y="36"/>
                </a:cubicBezTo>
                <a:cubicBezTo>
                  <a:pt x="2" y="73"/>
                  <a:pt x="2" y="73"/>
                  <a:pt x="2" y="73"/>
                </a:cubicBezTo>
                <a:cubicBezTo>
                  <a:pt x="0" y="75"/>
                  <a:pt x="0" y="79"/>
                  <a:pt x="2" y="82"/>
                </a:cubicBezTo>
                <a:cubicBezTo>
                  <a:pt x="4" y="84"/>
                  <a:pt x="8" y="84"/>
                  <a:pt x="10" y="82"/>
                </a:cubicBezTo>
                <a:cubicBezTo>
                  <a:pt x="39" y="53"/>
                  <a:pt x="39" y="53"/>
                  <a:pt x="39" y="53"/>
                </a:cubicBezTo>
                <a:cubicBezTo>
                  <a:pt x="71" y="85"/>
                  <a:pt x="71" y="85"/>
                  <a:pt x="71" y="85"/>
                </a:cubicBezTo>
                <a:cubicBezTo>
                  <a:pt x="134" y="22"/>
                  <a:pt x="134" y="22"/>
                  <a:pt x="134" y="22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31"/>
                  <a:pt x="136" y="34"/>
                  <a:pt x="139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42" y="35"/>
                  <a:pt x="145" y="32"/>
                  <a:pt x="145" y="29"/>
                </a:cubicBezTo>
                <a:cubicBezTo>
                  <a:pt x="148" y="0"/>
                  <a:pt x="148" y="0"/>
                  <a:pt x="148" y="0"/>
                </a:cubicBezTo>
                <a:lnTo>
                  <a:pt x="118" y="2"/>
                </a:lnTo>
                <a:close/>
                <a:moveTo>
                  <a:pt x="98" y="73"/>
                </a:moveTo>
                <a:cubicBezTo>
                  <a:pt x="98" y="125"/>
                  <a:pt x="98" y="125"/>
                  <a:pt x="98" y="125"/>
                </a:cubicBezTo>
                <a:cubicBezTo>
                  <a:pt x="126" y="125"/>
                  <a:pt x="126" y="125"/>
                  <a:pt x="126" y="125"/>
                </a:cubicBezTo>
                <a:cubicBezTo>
                  <a:pt x="129" y="125"/>
                  <a:pt x="131" y="123"/>
                  <a:pt x="131" y="120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03" y="68"/>
                  <a:pt x="103" y="68"/>
                  <a:pt x="103" y="68"/>
                </a:cubicBezTo>
                <a:lnTo>
                  <a:pt x="98" y="73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6" name="TextBox 18">
            <a:extLst xmlns:a="http://schemas.openxmlformats.org/drawingml/2006/main">
              <a:ext uri="{FF2B5EF4-FFF2-40B4-BE49-F238E27FC236}">
                <a16:creationId xmlns:a16="http://schemas.microsoft.com/office/drawing/2014/main" id="{AF98E746-A1BA-9795-5AEA-81EC5A36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905" y="4315382"/>
            <a:ext cx="1775962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/>
            </a:defPPr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 xmlns:a="http://schemas.openxmlformats.org/drawingml/2006/main">
            <a:pPr algn="ctr">
              <a:lnSpc>
                <a:spcPts val="2200"/>
              </a:lnSpc>
              <a:buNone/>
            </a:pPr>
            <a:r>
              <a:rPr sz="24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决策循环</a:t>
            </a:r>
            <a:endParaRPr sz="2400" b="1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9" name="Line 23">
            <a:extLst xmlns:a="http://schemas.openxmlformats.org/drawingml/2006/main">
              <a:ext uri="{FF2B5EF4-FFF2-40B4-BE49-F238E27FC236}">
                <a16:creationId xmlns:a16="http://schemas.microsoft.com/office/drawing/2014/main" id="{13E0AE00-C860-386F-E9AA-746AD35B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404" y="2558633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 cap="rnd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0" name="文本框 249">
            <a:extLst xmlns:a="http://schemas.openxmlformats.org/drawingml/2006/main">
              <a:ext uri="{FF2B5EF4-FFF2-40B4-BE49-F238E27FC236}">
                <a16:creationId xmlns:a16="http://schemas.microsoft.com/office/drawing/2014/main" id="{08B7510C-29CD-4973-3245-9F087CB9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924" y="2113587"/>
            <a:ext cx="263524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1"/>
                </a:solidFill>
                <a:latin typeface="Microsoft YaHei Semibold"/>
                <a:ea typeface="Microsoft YaHei Semibold"/>
                <a:cs typeface="Microsoft YaHei Semibold"/>
              </a:rPr>
              <a:t>02 执行工具</a:t>
            </a:r>
          </a:p>
        </p:txBody>
      </p:sp>
      <p:sp>
        <p:nvSpPr>
          <p:cNvPr id="251" name="矩形 250">
            <a:extLst xmlns:a="http://schemas.openxmlformats.org/drawingml/2006/main">
              <a:ext uri="{FF2B5EF4-FFF2-40B4-BE49-F238E27FC236}">
                <a16:creationId xmlns:a16="http://schemas.microsoft.com/office/drawing/2014/main" id="{AFAFF9C7-ADD2-73C6-9469-65A0C625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924" y="2600705"/>
            <a:ext cx="2899257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/>
            </a:defPPr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5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Semibold"/>
                <a:ea typeface="Microsoft YaHei Semibold"/>
                <a:cs typeface="Microsoft YaHei Semibold"/>
              </a:rPr>
              <a:t>程序校验 action 与 args，实际执行检索、估时或规则检查。</a:t>
            </a:r>
          </a:p>
        </p:txBody>
      </p:sp>
      <p:sp>
        <p:nvSpPr>
          <p:cNvPr id="254" name="Line 23">
            <a:extLst xmlns:a="http://schemas.openxmlformats.org/drawingml/2006/main">
              <a:ext uri="{FF2B5EF4-FFF2-40B4-BE49-F238E27FC236}">
                <a16:creationId xmlns:a16="http://schemas.microsoft.com/office/drawing/2014/main" id="{330DEBBD-240F-310E-F216-068B350A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404" y="5269323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 cap="rnd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5" name="文本框 254">
            <a:extLst xmlns:a="http://schemas.openxmlformats.org/drawingml/2006/main">
              <a:ext uri="{FF2B5EF4-FFF2-40B4-BE49-F238E27FC236}">
                <a16:creationId xmlns:a16="http://schemas.microsoft.com/office/drawing/2014/main" id="{B9B00875-FC55-7E13-4DD1-47527196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924" y="4824277"/>
            <a:ext cx="263524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1"/>
                </a:solidFill>
                <a:latin typeface="Microsoft YaHei Semibold"/>
                <a:ea typeface="Microsoft YaHei Semibold"/>
                <a:cs typeface="Microsoft YaHei Semibold"/>
              </a:rPr>
              <a:t>04 再次决策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1708E9F4-6DA8-A94F-8300-BEADC796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924" y="5311395"/>
            <a:ext cx="2899257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/>
            </a:defPPr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5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Semibold"/>
                <a:ea typeface="Microsoft YaHei Semibold"/>
                <a:cs typeface="Microsoft YaHei Semibold"/>
              </a:rPr>
              <a:t>模型改查询、修改脚本、追问、停止，或请求完成。</a:t>
            </a:r>
          </a:p>
        </p:txBody>
      </p:sp>
      <p:sp>
        <p:nvSpPr>
          <p:cNvPr id="65" name="文本框 64">
            <a:extLst xmlns:a="http://schemas.openxmlformats.org/drawingml/2006/main">
              <a:ext uri="{FF2B5EF4-FFF2-40B4-BE49-F238E27FC236}">
                <a16:creationId xmlns:a16="http://schemas.microsoft.com/office/drawing/2014/main" id="{8C8E706D-E2B5-600D-0625-5B7B35AB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35" y="2113587"/>
            <a:ext cx="263524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chemeClr val="accent1"/>
                </a:solidFill>
                <a:latin typeface="Microsoft YaHei Semibold"/>
                <a:ea typeface="Microsoft YaHei Semibold"/>
                <a:cs typeface="Microsoft YaHei Semibold"/>
              </a:rPr>
              <a:t>01 选择动作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6F0B9DB0-BC3A-8E98-1F9B-C64EB6AF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20" y="2600705"/>
            <a:ext cx="2899257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/>
            </a:defPPr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 xmlns:a="http://schemas.openxmlformats.org/drawingml/2006/main">
            <a:pPr algn="r">
              <a:lnSpc>
                <a:spcPct val="130000"/>
              </a:lnSpc>
              <a:buNone/>
            </a:pPr>
            <a:r>
              <a:rPr sz="15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Semibold"/>
                <a:ea typeface="Microsoft YaHei Semibold"/>
                <a:cs typeface="Microsoft YaHei Semibold"/>
              </a:rPr>
              <a:t>模型读取需求、资料、当前稿件和检查结果，选择合法动作。</a:t>
            </a:r>
          </a:p>
        </p:txBody>
      </p:sp>
      <p:sp>
        <p:nvSpPr>
          <p:cNvPr id="69" name="Line 23">
            <a:extLst xmlns:a="http://schemas.openxmlformats.org/drawingml/2006/main">
              <a:ext uri="{FF2B5EF4-FFF2-40B4-BE49-F238E27FC236}">
                <a16:creationId xmlns:a16="http://schemas.microsoft.com/office/drawing/2014/main" id="{787EE674-B5FA-3C13-15DC-EB58A6E8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3755" y="2558633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 cap="rnd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1" name="Line 23">
            <a:extLst xmlns:a="http://schemas.openxmlformats.org/drawingml/2006/main">
              <a:ext uri="{FF2B5EF4-FFF2-40B4-BE49-F238E27FC236}">
                <a16:creationId xmlns:a16="http://schemas.microsoft.com/office/drawing/2014/main" id="{FDD3977B-A5A7-FF4C-8960-2ABA197F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3755" y="5269323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 cap="rnd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文本框 71">
            <a:extLst xmlns:a="http://schemas.openxmlformats.org/drawingml/2006/main">
              <a:ext uri="{FF2B5EF4-FFF2-40B4-BE49-F238E27FC236}">
                <a16:creationId xmlns:a16="http://schemas.microsoft.com/office/drawing/2014/main" id="{6B0C233F-4519-B5DA-A643-13B43A99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35" y="4824277"/>
            <a:ext cx="263524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chemeClr val="accent1"/>
                </a:solidFill>
                <a:latin typeface="Microsoft YaHei Semibold"/>
                <a:ea typeface="Microsoft YaHei Semibold"/>
                <a:cs typeface="Microsoft YaHei Semibold"/>
              </a:rPr>
              <a:t>03 返回观察</a:t>
            </a: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23962D29-3DB9-3A21-61C7-1463E60E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20" y="5311395"/>
            <a:ext cx="2899257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/>
            </a:defPPr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 xmlns:a="http://schemas.openxmlformats.org/drawingml/2006/main">
            <a:pPr algn="r">
              <a:lnSpc>
                <a:spcPct val="130000"/>
              </a:lnSpc>
              <a:buNone/>
            </a:pPr>
            <a:r>
              <a:rPr sz="15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Semibold"/>
                <a:ea typeface="Microsoft YaHei Semibold"/>
                <a:cs typeface="Microsoft YaHei Semibold"/>
              </a:rPr>
              <a:t>写入真实结果、错误、修订号与检查状态，反馈到下一轮。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38826AFA-9A30-868B-164F-053B3358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5" name="矩形: 圆角 74">
            <a:extLst xmlns:a="http://schemas.openxmlformats.org/drawingml/2006/main">
              <a:ext uri="{FF2B5EF4-FFF2-40B4-BE49-F238E27FC236}">
                <a16:creationId xmlns:a16="http://schemas.microsoft.com/office/drawing/2014/main" id="{7AD0E3EF-5874-F0E0-81E0-38F2B20A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16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76" name="文本框 75">
            <a:extLst xmlns:a="http://schemas.openxmlformats.org/drawingml/2006/main">
              <a:ext uri="{FF2B5EF4-FFF2-40B4-BE49-F238E27FC236}">
                <a16:creationId xmlns:a16="http://schemas.microsoft.com/office/drawing/2014/main" id="{D9BF9C73-30AF-D5DE-B19C-BE79CA9D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77" name="文本框 76">
            <a:extLst xmlns:a="http://schemas.openxmlformats.org/drawingml/2006/main">
              <a:ext uri="{FF2B5EF4-FFF2-40B4-BE49-F238E27FC236}">
                <a16:creationId xmlns:a16="http://schemas.microsoft.com/office/drawing/2014/main" id="{716AA27B-25D2-C8E7-D482-E2AB7768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78" name="文本框 77">
            <a:extLst xmlns:a="http://schemas.openxmlformats.org/drawingml/2006/main">
              <a:ext uri="{FF2B5EF4-FFF2-40B4-BE49-F238E27FC236}">
                <a16:creationId xmlns:a16="http://schemas.microsoft.com/office/drawing/2014/main" id="{89938AF9-C0B3-3F62-18EF-F8D5BAF5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79" name="文本框 78">
            <a:extLst xmlns:a="http://schemas.openxmlformats.org/drawingml/2006/main">
              <a:ext uri="{FF2B5EF4-FFF2-40B4-BE49-F238E27FC236}">
                <a16:creationId xmlns:a16="http://schemas.microsoft.com/office/drawing/2014/main" id="{3CCB09F8-051C-DFBA-2E2A-41554E55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80" name="文本框 79">
            <a:extLst xmlns:a="http://schemas.openxmlformats.org/drawingml/2006/main">
              <a:ext uri="{FF2B5EF4-FFF2-40B4-BE49-F238E27FC236}">
                <a16:creationId xmlns:a16="http://schemas.microsoft.com/office/drawing/2014/main" id="{7D1D935A-C11B-07E6-3C52-520E7688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257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E236E62D-DE75-A59B-62A4-FBEEB41B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0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2D1D1372-D558-9407-8E86-3E6200E1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1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521A4C2A-B7A7-FF79-E6EC-D16B317E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2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F83F42E2-DAC9-1922-EB25-23EC4C7C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3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D2611DB8-4869-E900-32CA-A1C56524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9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FA8A8B1C-1CFF-3482-BEF3-15226FF7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C9E1A648-C5D6-435C-8C0F-73649129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模型每次读取最新观察、当前稿件与剩余预算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045F3CCF-2E4A-49A7-9F62-FA721889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0B16A145-0490-4E93-B725-C543853A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默认保护：12 次决策、240 秒总时间；模型适配器最多 24 次 API 调用</a:t>
            </a:r>
          </a:p>
        </p:txBody>
      </p:sp>
    </p:spTree>
    <p:extLst>
      <p:ext uri="{BB962C8B-B14F-4D97-AF65-F5344CB8AC3E}">
        <p14:creationId xmlns:p14="http://schemas.microsoft.com/office/powerpoint/2010/main" val="37294086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Line 46">
            <a:extLst xmlns:a="http://schemas.openxmlformats.org/drawingml/2006/main">
              <a:ext uri="{FF2B5EF4-FFF2-40B4-BE49-F238E27FC236}">
                <a16:creationId xmlns:a16="http://schemas.microsoft.com/office/drawing/2014/main" id="{B5CC8AAE-643F-15C0-3A92-ED53B0A9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028923" y="2743835"/>
            <a:ext cx="1008062" cy="107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chemeClr val="accent1"/>
            </a:solidFill>
            <a:prstDash val="sysDot"/>
            <a:round/>
            <a:headEnd type="diamond" w="med" len="med"/>
            <a:tailEnd type="triangle" w="med" len="me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600"/>
          </a:p>
        </p:txBody>
      </p:sp>
      <p:sp>
        <p:nvSpPr>
          <p:cNvPr id="43" name="Line 46">
            <a:extLst xmlns:a="http://schemas.openxmlformats.org/drawingml/2006/main">
              <a:ext uri="{FF2B5EF4-FFF2-40B4-BE49-F238E27FC236}">
                <a16:creationId xmlns:a16="http://schemas.microsoft.com/office/drawing/2014/main" id="{4464E1D5-755C-53E3-4042-7F7E6B16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123" y="4831397"/>
            <a:ext cx="1008062" cy="927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chemeClr val="accent1"/>
            </a:solidFill>
            <a:prstDash val="sysDot"/>
            <a:round/>
            <a:headEnd type="diamond" w="med" len="med"/>
            <a:tailEnd type="triangle" w="med" len="me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600"/>
          </a:p>
        </p:txBody>
      </p:sp>
      <p:sp>
        <p:nvSpPr>
          <p:cNvPr id="44" name="Line 46">
            <a:extLst xmlns:a="http://schemas.openxmlformats.org/drawingml/2006/main">
              <a:ext uri="{FF2B5EF4-FFF2-40B4-BE49-F238E27FC236}">
                <a16:creationId xmlns:a16="http://schemas.microsoft.com/office/drawing/2014/main" id="{2AE6C6D4-5E00-C725-C3AC-D9183BBB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385" y="4224139"/>
            <a:ext cx="863600" cy="15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chemeClr val="accent1"/>
            </a:solidFill>
            <a:prstDash val="sysDot"/>
            <a:round/>
            <a:headEnd type="diamond" w="med" len="med"/>
            <a:tailEnd type="triangle" w="med" len="me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600"/>
          </a:p>
        </p:txBody>
      </p:sp>
      <p:sp>
        <p:nvSpPr>
          <p:cNvPr id="45" name="五边形 20">
            <a:extLst xmlns:a="http://schemas.openxmlformats.org/drawingml/2006/main">
              <a:ext uri="{FF2B5EF4-FFF2-40B4-BE49-F238E27FC236}">
                <a16:creationId xmlns:a16="http://schemas.microsoft.com/office/drawing/2014/main" id="{B0849F4C-C1A1-D423-C931-EE87F953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985" y="2454910"/>
            <a:ext cx="1930559" cy="596900"/>
          </a:xfrm>
          <a:prstGeom xmlns:a="http://schemas.openxmlformats.org/drawingml/2006/main" prst="homePlate">
            <a:avLst>
              <a:gd name="adj" fmla="val 47746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/>
            </a:solidFill>
            <a:miter/>
          </a:ln>
        </p:spPr>
        <p:txBody>
          <a:bodyPr xmlns:a="http://schemas.openxmlformats.org/drawingml/2006/main" lIns="92994" tIns="46497" rIns="92994" bIns="46497" anchor="ctr"/>
          <a:lstStyle xmlns:a="http://schemas.openxmlformats.org/drawingml/2006/main"/>
          <a:p xmlns:a="http://schemas.openxmlformats.org/drawingml/2006/main">
            <a:pPr algn="ctr" defTabSz="1239520">
              <a:buNone/>
            </a:pPr>
            <a:endParaRPr sz="1600" b="1">
              <a:solidFill>
                <a:schemeClr val="accent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五边形 21">
            <a:extLst xmlns:a="http://schemas.openxmlformats.org/drawingml/2006/main">
              <a:ext uri="{FF2B5EF4-FFF2-40B4-BE49-F238E27FC236}">
                <a16:creationId xmlns:a16="http://schemas.microsoft.com/office/drawing/2014/main" id="{63D4B8E6-FA7C-282B-E4D9-A161A463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48" y="3929698"/>
            <a:ext cx="1930559" cy="593725"/>
          </a:xfrm>
          <a:prstGeom xmlns:a="http://schemas.openxmlformats.org/drawingml/2006/main" prst="homePlate">
            <a:avLst>
              <a:gd name="adj" fmla="val 47857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/>
            </a:solidFill>
            <a:miter/>
          </a:ln>
        </p:spPr>
        <p:txBody>
          <a:bodyPr xmlns:a="http://schemas.openxmlformats.org/drawingml/2006/main" lIns="92994" tIns="46497" rIns="92994" bIns="46497" anchor="ctr"/>
          <a:lstStyle xmlns:a="http://schemas.openxmlformats.org/drawingml/2006/main"/>
          <a:p xmlns:a="http://schemas.openxmlformats.org/drawingml/2006/main">
            <a:pPr algn="ctr" defTabSz="1239520">
              <a:buNone/>
            </a:pPr>
            <a:endParaRPr sz="1600" b="1">
              <a:solidFill>
                <a:schemeClr val="accent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7" name="五边形 22">
            <a:extLst xmlns:a="http://schemas.openxmlformats.org/drawingml/2006/main">
              <a:ext uri="{FF2B5EF4-FFF2-40B4-BE49-F238E27FC236}">
                <a16:creationId xmlns:a16="http://schemas.microsoft.com/office/drawing/2014/main" id="{C6A481FD-2421-5C54-50FC-93813FF7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23" y="5401310"/>
            <a:ext cx="1930559" cy="593725"/>
          </a:xfrm>
          <a:prstGeom xmlns:a="http://schemas.openxmlformats.org/drawingml/2006/main" prst="homePlate">
            <a:avLst>
              <a:gd name="adj" fmla="val 47857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/>
            </a:solidFill>
            <a:miter/>
          </a:ln>
        </p:spPr>
        <p:txBody>
          <a:bodyPr xmlns:a="http://schemas.openxmlformats.org/drawingml/2006/main" lIns="92994" tIns="46497" rIns="92994" bIns="46497" anchor="ctr"/>
          <a:lstStyle xmlns:a="http://schemas.openxmlformats.org/drawingml/2006/main"/>
          <a:p xmlns:a="http://schemas.openxmlformats.org/drawingml/2006/main">
            <a:pPr algn="ctr" defTabSz="1239520">
              <a:buNone/>
            </a:pPr>
            <a:endParaRPr sz="1600" b="1">
              <a:solidFill>
                <a:schemeClr val="accent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椭圆 61">
            <a:extLst xmlns:a="http://schemas.openxmlformats.org/drawingml/2006/main">
              <a:ext uri="{FF2B5EF4-FFF2-40B4-BE49-F238E27FC236}">
                <a16:creationId xmlns:a16="http://schemas.microsoft.com/office/drawing/2014/main" id="{C810ABB6-00BE-33C3-5DD4-27CF31CF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605" y="3301895"/>
            <a:ext cx="1929306" cy="194457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9525">
            <a:noFill/>
            <a:round/>
          </a:ln>
        </p:spPr>
        <p:txBody>
          <a:bodyPr xmlns:a="http://schemas.openxmlformats.org/drawingml/2006/main" lIns="92994" tIns="46497" rIns="92994" bIns="46497" anchor="ctr"/>
          <a:lstStyle xmlns:a="http://schemas.openxmlformats.org/drawingml/2006/main"/>
          <a:p xmlns:a="http://schemas.openxmlformats.org/drawingml/2006/main">
            <a:pPr algn="ctr" defTabSz="1239520">
              <a:buFont typeface="Arial"/>
              <a:buNone/>
            </a:pPr>
            <a:endParaRPr b="1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9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9EE9FEF3-549B-5D00-ECB4-DCBD9821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20" y="2239010"/>
            <a:ext cx="4752975" cy="107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9525">
            <a:noFill/>
            <a:round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AutoShape 33">
            <a:extLst xmlns:a="http://schemas.openxmlformats.org/drawingml/2006/main">
              <a:ext uri="{FF2B5EF4-FFF2-40B4-BE49-F238E27FC236}">
                <a16:creationId xmlns:a16="http://schemas.microsoft.com/office/drawing/2014/main" id="{812E6F81-9270-95C5-9D81-3E22924B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20" y="3751897"/>
            <a:ext cx="4752975" cy="107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9525">
            <a:noFill/>
            <a:round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AutoShape 34">
            <a:extLst xmlns:a="http://schemas.openxmlformats.org/drawingml/2006/main">
              <a:ext uri="{FF2B5EF4-FFF2-40B4-BE49-F238E27FC236}">
                <a16:creationId xmlns:a16="http://schemas.microsoft.com/office/drawing/2014/main" id="{C03210E3-3014-1447-8BD0-A3F2C465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20" y="5118735"/>
            <a:ext cx="4752975" cy="107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9525">
            <a:noFill/>
            <a:round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08FCD186-337F-351D-E5BC-37778EDE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114" y="2286000"/>
            <a:ext cx="4319587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171450" tIns="95250" rIns="171450" bIns="76200">
            <a:noAutofit/>
          </a:bodyPr>
          <a:lstStyle xmlns:a="http://schemas.openxmlformats.org/drawingml/2006/main">
            <a:defPPr>
              <a:defRPr sz="1500"/>
            </a:defPPr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500" b="1">
                <a:solidFill>
                  <a:schemeClr val="bg1"/>
                </a:solidFill>
                <a:latin typeface="Microsoft YaHei Semibold"/>
                <a:ea typeface="Microsoft YaHei Semibold"/>
                <a:cs typeface="Microsoft YaHei Semibold"/>
              </a:rPr>
              <a:t>返回资料 ID、正文与产品版本。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500" b="1">
                <a:solidFill>
                  <a:schemeClr val="bg1"/>
                </a:solidFill>
                <a:latin typeface="Microsoft YaHei Semibold"/>
                <a:ea typeface="Microsoft YaHei Semibold"/>
                <a:cs typeface="Microsoft YaHei Semibold"/>
              </a:rPr>
              <a:t>无资料时改写查询或请求补充。</a:t>
            </a:r>
          </a:p>
        </p:txBody>
      </p:sp>
      <p:sp>
        <p:nvSpPr>
          <p:cNvPr id="53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F372DCF0-3E3F-E706-81B4-307FC623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114" y="3800475"/>
            <a:ext cx="4319587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171450" tIns="95250" rIns="171450" bIns="76200">
            <a:noAutofit/>
          </a:bodyPr>
          <a:lstStyle xmlns:a="http://schemas.openxmlformats.org/drawingml/2006/main">
            <a:defPPr>
              <a:defRPr sz="1500"/>
            </a:defPPr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500" b="1">
                <a:solidFill>
                  <a:schemeClr val="bg1"/>
                </a:solidFill>
                <a:latin typeface="Microsoft YaHei Semibold"/>
                <a:ea typeface="Microsoft YaHei Semibold"/>
                <a:cs typeface="Microsoft YaHei Semibold"/>
              </a:rPr>
              <a:t>返回镜头和总预计时长。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500" b="1">
                <a:solidFill>
                  <a:schemeClr val="bg1"/>
                </a:solidFill>
                <a:latin typeface="Microsoft YaHei Semibold"/>
                <a:ea typeface="Microsoft YaHei Semibold"/>
                <a:cs typeface="Microsoft YaHei Semibold"/>
              </a:rPr>
              <a:t>超限时压缩脚本，再次估时。</a:t>
            </a:r>
          </a:p>
        </p:txBody>
      </p:sp>
      <p:sp>
        <p:nvSpPr>
          <p:cNvPr id="54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4FA17006-70B5-3D36-5B87-C3350573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114" y="5172075"/>
            <a:ext cx="4319587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171450" tIns="95250" rIns="171450" bIns="76200">
            <a:noAutofit/>
          </a:bodyPr>
          <a:lstStyle xmlns:a="http://schemas.openxmlformats.org/drawingml/2006/main">
            <a:defPPr>
              <a:defRPr sz="1500"/>
            </a:defPPr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500" b="1">
                <a:solidFill>
                  <a:schemeClr val="bg1"/>
                </a:solidFill>
                <a:latin typeface="Microsoft YaHei Semibold"/>
                <a:ea typeface="Microsoft YaHei Semibold"/>
                <a:cs typeface="Microsoft YaHei Semibold"/>
              </a:rPr>
              <a:t>核对脚本、资料与规则，返回风险。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500" b="1">
                <a:solidFill>
                  <a:schemeClr val="bg1"/>
                </a:solidFill>
                <a:latin typeface="Microsoft YaHei Semibold"/>
                <a:ea typeface="Microsoft YaHei Semibold"/>
                <a:cs typeface="Microsoft YaHei Semibold"/>
              </a:rPr>
              <a:t>模型据此改稿，并重新检查。</a:t>
            </a: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5DF4CEA1-F328-FB3A-DD0E-4D2D95F0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964" y="4074129"/>
            <a:ext cx="1249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/>
            </a:defPPr>
            <a:lvl1pPr>
              <a:defRPr sz="2100"/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 xmlns:a="http://schemas.openxmlformats.org/drawingml/2006/main">
            <a:pPr algn="ctr">
              <a:buNone/>
            </a:pPr>
            <a:r>
              <a:rPr sz="21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业务工具</a:t>
            </a:r>
          </a:p>
        </p:txBody>
      </p:sp>
      <p:sp>
        <p:nvSpPr>
          <p:cNvPr id="56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80D690F4-7CDF-EB8D-D065-586B3C7B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549" y="2559169"/>
            <a:ext cx="1626686" cy="377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75"/>
            </a:defPPr>
            <a:lvl1pPr algn="ctr">
              <a:defRPr sz="1875"/>
            </a:lvl1pPr>
            <a:lvl2pPr algn="ctr">
              <a:defRPr sz="1875"/>
            </a:lvl2pPr>
            <a:lvl3pPr algn="ctr">
              <a:defRPr sz="1875"/>
            </a:lvl3pPr>
            <a:lvl4pPr algn="ctr">
              <a:defRPr sz="1875"/>
            </a:lvl4pPr>
            <a:lvl5pPr algn="ctr">
              <a:defRPr sz="1875"/>
            </a:lvl5pPr>
            <a:lvl6pPr algn="ctr">
              <a:defRPr sz="1875"/>
            </a:lvl6pPr>
            <a:lvl7pPr algn="ctr">
              <a:defRPr sz="1875"/>
            </a:lvl7pPr>
            <a:lvl8pPr algn="ctr">
              <a:defRPr sz="1875"/>
            </a:lvl8pPr>
            <a:lvl9pPr algn="ctr">
              <a:defRPr sz="1875"/>
            </a:lvl9pPr>
          </a:lstStyle>
          <a:p xmlns:a="http://schemas.openxmlformats.org/drawingml/2006/main">
            <a:pPr algn="ctr"/>
            <a:r>
              <a:rPr sz="1875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素材检索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3026E680-BDFF-2F76-2EFF-71160880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549" y="4039473"/>
            <a:ext cx="1626686" cy="377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75"/>
            </a:defPPr>
            <a:lvl1pPr algn="ctr">
              <a:defRPr sz="1875"/>
            </a:lvl1pPr>
            <a:lvl2pPr algn="ctr">
              <a:defRPr sz="1875"/>
            </a:lvl2pPr>
            <a:lvl3pPr algn="ctr">
              <a:defRPr sz="1875"/>
            </a:lvl3pPr>
            <a:lvl4pPr algn="ctr">
              <a:defRPr sz="1875"/>
            </a:lvl4pPr>
            <a:lvl5pPr algn="ctr">
              <a:defRPr sz="1875"/>
            </a:lvl5pPr>
            <a:lvl6pPr algn="ctr">
              <a:defRPr sz="1875"/>
            </a:lvl6pPr>
            <a:lvl7pPr algn="ctr">
              <a:defRPr sz="1875"/>
            </a:lvl7pPr>
            <a:lvl8pPr algn="ctr">
              <a:defRPr sz="1875"/>
            </a:lvl8pPr>
            <a:lvl9pPr algn="ctr">
              <a:defRPr sz="1875"/>
            </a:lvl9pPr>
          </a:lstStyle>
          <a:p xmlns:a="http://schemas.openxmlformats.org/drawingml/2006/main">
            <a:pPr algn="ctr"/>
            <a:r>
              <a:rPr sz="1875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时长估算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DA80040D-24DD-359D-33C6-2F7DBD5F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549" y="5513506"/>
            <a:ext cx="1626686" cy="377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75"/>
            </a:defPPr>
            <a:lvl1pPr algn="ctr">
              <a:defRPr sz="1875"/>
            </a:lvl1pPr>
            <a:lvl2pPr algn="ctr">
              <a:defRPr sz="1875"/>
            </a:lvl2pPr>
            <a:lvl3pPr algn="ctr">
              <a:defRPr sz="1875"/>
            </a:lvl3pPr>
            <a:lvl4pPr algn="ctr">
              <a:defRPr sz="1875"/>
            </a:lvl4pPr>
            <a:lvl5pPr algn="ctr">
              <a:defRPr sz="1875"/>
            </a:lvl5pPr>
            <a:lvl6pPr algn="ctr">
              <a:defRPr sz="1875"/>
            </a:lvl6pPr>
            <a:lvl7pPr algn="ctr">
              <a:defRPr sz="1875"/>
            </a:lvl7pPr>
            <a:lvl8pPr algn="ctr">
              <a:defRPr sz="1875"/>
            </a:lvl8pPr>
            <a:lvl9pPr algn="ctr">
              <a:defRPr sz="1875"/>
            </a:lvl9pPr>
          </a:lstStyle>
          <a:p xmlns:a="http://schemas.openxmlformats.org/drawingml/2006/main">
            <a:pPr algn="ctr"/>
            <a:r>
              <a:rPr sz="1875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规则检查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5" name="文本框 74">
            <a:extLst xmlns:a="http://schemas.openxmlformats.org/drawingml/2006/main">
              <a:ext uri="{FF2B5EF4-FFF2-40B4-BE49-F238E27FC236}">
                <a16:creationId xmlns:a16="http://schemas.microsoft.com/office/drawing/2014/main" id="{5AC4F1EA-B6B2-8DFA-69D0-C4E3DFFB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三类业务工具</a:t>
            </a:r>
          </a:p>
        </p:txBody>
      </p:sp>
      <p:sp>
        <p:nvSpPr>
          <p:cNvPr id="76" name="直接连接符 75">
            <a:extLst xmlns:a="http://schemas.openxmlformats.org/drawingml/2006/main">
              <a:ext uri="{FF2B5EF4-FFF2-40B4-BE49-F238E27FC236}">
                <a16:creationId xmlns:a16="http://schemas.microsoft.com/office/drawing/2014/main" id="{F4A38B1B-F8A2-4FCA-8D3C-F5B68146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D70D186-A7B0-1B48-CD2F-5DF341F6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91A6E70B-8388-C3DC-D629-1806D8E8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16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A686298-C1A9-A1A6-3915-7CA7BD83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52CEFEED-7C0F-DDF1-522C-BAB809D1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749F7195-EF69-7F8A-C552-FC357D5B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A5E9529-BA03-229B-5EA4-082664E2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6265559-44EA-556C-4456-A5C10E2D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12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7ED30D04-172E-54E2-0578-B20ED429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AD9DB019-20D9-7E89-7594-CF4FA0E7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147B89A9-B0EF-85F1-D939-40AA6159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40BFB7D5-2949-BCAC-61BC-E566AD2F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62D86F47-D5FE-0FE8-84FF-1FC8690A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24B8D226-AEA9-5B91-6DC2-418D0662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BC32484-5010-444E-88E9-B2896BC0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统一返回结果或错误，模型据此调整后续动作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D6F7626-9563-4F26-8597-448CF83B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9255490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CDC9754-5195-83EE-9E4A-1A82C577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08092000-6B22-0FBE-8E71-F39B9DFF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16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74" name="文本框 73">
            <a:extLst xmlns:a="http://schemas.openxmlformats.org/drawingml/2006/main">
              <a:ext uri="{FF2B5EF4-FFF2-40B4-BE49-F238E27FC236}">
                <a16:creationId xmlns:a16="http://schemas.microsoft.com/office/drawing/2014/main" id="{CB270ADD-8577-34B7-5291-ECE64AD5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75" name="文本框 74">
            <a:extLst xmlns:a="http://schemas.openxmlformats.org/drawingml/2006/main">
              <a:ext uri="{FF2B5EF4-FFF2-40B4-BE49-F238E27FC236}">
                <a16:creationId xmlns:a16="http://schemas.microsoft.com/office/drawing/2014/main" id="{11C1FBC5-C74E-085E-55EE-35E0E106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76" name="文本框 75">
            <a:extLst xmlns:a="http://schemas.openxmlformats.org/drawingml/2006/main">
              <a:ext uri="{FF2B5EF4-FFF2-40B4-BE49-F238E27FC236}">
                <a16:creationId xmlns:a16="http://schemas.microsoft.com/office/drawing/2014/main" id="{75CF1613-9283-86C8-3A46-2695A36C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77" name="文本框 76">
            <a:extLst xmlns:a="http://schemas.openxmlformats.org/drawingml/2006/main">
              <a:ext uri="{FF2B5EF4-FFF2-40B4-BE49-F238E27FC236}">
                <a16:creationId xmlns:a16="http://schemas.microsoft.com/office/drawing/2014/main" id="{58230E63-3CF3-48ED-8F2E-80F76B93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78" name="文本框 77">
            <a:extLst xmlns:a="http://schemas.openxmlformats.org/drawingml/2006/main">
              <a:ext uri="{FF2B5EF4-FFF2-40B4-BE49-F238E27FC236}">
                <a16:creationId xmlns:a16="http://schemas.microsoft.com/office/drawing/2014/main" id="{D2E2CCF0-93D2-9F8E-5352-C8253D34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79" name="文本框 78">
            <a:extLst xmlns:a="http://schemas.openxmlformats.org/drawingml/2006/main">
              <a:ext uri="{FF2B5EF4-FFF2-40B4-BE49-F238E27FC236}">
                <a16:creationId xmlns:a16="http://schemas.microsoft.com/office/drawing/2014/main" id="{B6AD257B-5CD8-A2A2-268D-A4B9EE92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当前稿件的完成门禁</a:t>
            </a:r>
          </a:p>
        </p:txBody>
      </p:sp>
      <p:sp>
        <p:nvSpPr>
          <p:cNvPr id="80" name="直接连接符 79">
            <a:extLst xmlns:a="http://schemas.openxmlformats.org/drawingml/2006/main">
              <a:ext uri="{FF2B5EF4-FFF2-40B4-BE49-F238E27FC236}">
                <a16:creationId xmlns:a16="http://schemas.microsoft.com/office/drawing/2014/main" id="{73BC0F06-DB83-4BB5-8D78-7508E432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22D50004-E0B6-8F88-9FE0-7A90A322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0AAFF685-3646-434C-C306-6998897E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8B43EAD0-DB39-1953-01BB-D21F3B9C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674AA640-9B57-E8A9-58DE-40435E9D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CD69579F-4189-692D-5F8F-BE13F32A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B24FF435-0988-3176-3548-0E1E4960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FAE142B-1D16-4710-8F67-50A19BCE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改稿后，两项检查必须重新通过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9C0D1C2-423F-496F-95B9-3D1FB690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2E94E54-B627-4D1B-A7A1-B5BA1E181BD7}"/>
              </a:ext>
            </a:extLst>
          </p:cNvPr>
          <p:cNvGraphicFramePr/>
          <p:nvPr/>
        </p:nvGraphicFramePr>
        <p:xfrm>
          <a:off xmlns:a="http://schemas.openxmlformats.org/drawingml/2006/main" x="674751" y="2152650"/>
          <a:ext xmlns:a="http://schemas.openxmlformats.org/drawingml/2006/main" cx="10842498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52973"/>
                <a:gridCol w="4611826"/>
                <a:gridCol w="3877699"/>
              </a:tblGrid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程序处理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避免的问题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提交新稿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revision 增加，清空 checks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旧版本成功结果误用于新稿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执行检查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绑定脚本、需求、资料与规则的哈希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检查对象与输出对象不一致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重新检查失败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清除先前同类成功记录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失败后仍显示已通过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模型请求 finish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两项检查均通过且 fingerprint 匹配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未检查或超时长脚本被标记完成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B568EB8-3B89-4D55-8384-EEF34059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最终输出直接使用检查过的稿件，完成前不再自由改写</a:t>
            </a:r>
          </a:p>
        </p:txBody>
      </p:sp>
    </p:spTree>
    <p:extLst>
      <p:ext uri="{BB962C8B-B14F-4D97-AF65-F5344CB8AC3E}">
        <p14:creationId xmlns:p14="http://schemas.microsoft.com/office/powerpoint/2010/main" val="91827524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CDC9754-5195-83EE-9E4A-1A82C577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08092000-6B22-0FBE-8E71-F39B9DFF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16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74" name="文本框 73">
            <a:extLst xmlns:a="http://schemas.openxmlformats.org/drawingml/2006/main">
              <a:ext uri="{FF2B5EF4-FFF2-40B4-BE49-F238E27FC236}">
                <a16:creationId xmlns:a16="http://schemas.microsoft.com/office/drawing/2014/main" id="{CB270ADD-8577-34B7-5291-ECE64AD5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75" name="文本框 74">
            <a:extLst xmlns:a="http://schemas.openxmlformats.org/drawingml/2006/main">
              <a:ext uri="{FF2B5EF4-FFF2-40B4-BE49-F238E27FC236}">
                <a16:creationId xmlns:a16="http://schemas.microsoft.com/office/drawing/2014/main" id="{11C1FBC5-C74E-085E-55EE-35E0E106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76" name="文本框 75">
            <a:extLst xmlns:a="http://schemas.openxmlformats.org/drawingml/2006/main">
              <a:ext uri="{FF2B5EF4-FFF2-40B4-BE49-F238E27FC236}">
                <a16:creationId xmlns:a16="http://schemas.microsoft.com/office/drawing/2014/main" id="{75CF1613-9283-86C8-3A46-2695A36C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77" name="文本框 76">
            <a:extLst xmlns:a="http://schemas.openxmlformats.org/drawingml/2006/main">
              <a:ext uri="{FF2B5EF4-FFF2-40B4-BE49-F238E27FC236}">
                <a16:creationId xmlns:a16="http://schemas.microsoft.com/office/drawing/2014/main" id="{58230E63-3CF3-48ED-8F2E-80F76B93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78" name="文本框 77">
            <a:extLst xmlns:a="http://schemas.openxmlformats.org/drawingml/2006/main">
              <a:ext uri="{FF2B5EF4-FFF2-40B4-BE49-F238E27FC236}">
                <a16:creationId xmlns:a16="http://schemas.microsoft.com/office/drawing/2014/main" id="{D2E2CCF0-93D2-9F8E-5352-C8253D34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79" name="文本框 78">
            <a:extLst xmlns:a="http://schemas.openxmlformats.org/drawingml/2006/main">
              <a:ext uri="{FF2B5EF4-FFF2-40B4-BE49-F238E27FC236}">
                <a16:creationId xmlns:a16="http://schemas.microsoft.com/office/drawing/2014/main" id="{B6AD257B-5CD8-A2A2-268D-A4B9EE92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事实依据与产品版本</a:t>
            </a:r>
          </a:p>
        </p:txBody>
      </p:sp>
      <p:sp>
        <p:nvSpPr>
          <p:cNvPr id="80" name="直接连接符 79">
            <a:extLst xmlns:a="http://schemas.openxmlformats.org/drawingml/2006/main">
              <a:ext uri="{FF2B5EF4-FFF2-40B4-BE49-F238E27FC236}">
                <a16:creationId xmlns:a16="http://schemas.microsoft.com/office/drawing/2014/main" id="{73BC0F06-DB83-4BB5-8D78-7508E432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22D50004-E0B6-8F88-9FE0-7A90A322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0AAFF685-3646-434C-C306-6998897E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8B43EAD0-DB39-1953-01BB-D21F3B9C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674AA640-9B57-E8A9-58DE-40435E9D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CD69579F-4189-692D-5F8F-BE13F32A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B24FF435-0988-3176-3548-0E1E4960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D576E0A-DFE0-45F7-BC87-ADA1DB8C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每条能力断言都应回到对应版本的正文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C5EFD91-73B6-499D-919A-44C3DB1D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941164B-9ED4-489B-9D7C-4286714FAD44}"/>
              </a:ext>
            </a:extLst>
          </p:cNvPr>
          <p:cNvGraphicFramePr/>
          <p:nvPr/>
        </p:nvGraphicFramePr>
        <p:xfrm>
          <a:off xmlns:a="http://schemas.openxmlformats.org/drawingml/2006/main" x="674751" y="2152650"/>
          <a:ext xmlns:a="http://schemas.openxmlformats.org/drawingml/2006/main" cx="10842498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11794"/>
                <a:gridCol w="4847124"/>
                <a:gridCol w="3783580"/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素材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正文事实摘要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使用边界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P01  演示版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手动加字幕，可改文字和颜色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明确不支持自动语音转字幕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P02  演示版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裁剪、调整顺序、保存本地草稿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没有效率或播放量提升数据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D01  专业版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支持自动语音转字幕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不能移植到演示版脚本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0FF8593-374E-4AD2-85FA-99DFFC2E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事实来源以 text 正文为准；检索关键词、模型常识和其他版本不能充当依据</a:t>
            </a:r>
          </a:p>
        </p:txBody>
      </p:sp>
    </p:spTree>
    <p:extLst>
      <p:ext uri="{BB962C8B-B14F-4D97-AF65-F5344CB8AC3E}">
        <p14:creationId xmlns:p14="http://schemas.microsoft.com/office/powerpoint/2010/main" val="91827524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CDC9754-5195-83EE-9E4A-1A82C577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08092000-6B22-0FBE-8E71-F39B9DFF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16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74" name="文本框 73">
            <a:extLst xmlns:a="http://schemas.openxmlformats.org/drawingml/2006/main">
              <a:ext uri="{FF2B5EF4-FFF2-40B4-BE49-F238E27FC236}">
                <a16:creationId xmlns:a16="http://schemas.microsoft.com/office/drawing/2014/main" id="{CB270ADD-8577-34B7-5291-ECE64AD5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75" name="文本框 74">
            <a:extLst xmlns:a="http://schemas.openxmlformats.org/drawingml/2006/main">
              <a:ext uri="{FF2B5EF4-FFF2-40B4-BE49-F238E27FC236}">
                <a16:creationId xmlns:a16="http://schemas.microsoft.com/office/drawing/2014/main" id="{11C1FBC5-C74E-085E-55EE-35E0E106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76" name="文本框 75">
            <a:extLst xmlns:a="http://schemas.openxmlformats.org/drawingml/2006/main">
              <a:ext uri="{FF2B5EF4-FFF2-40B4-BE49-F238E27FC236}">
                <a16:creationId xmlns:a16="http://schemas.microsoft.com/office/drawing/2014/main" id="{75CF1613-9283-86C8-3A46-2695A36C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77" name="文本框 76">
            <a:extLst xmlns:a="http://schemas.openxmlformats.org/drawingml/2006/main">
              <a:ext uri="{FF2B5EF4-FFF2-40B4-BE49-F238E27FC236}">
                <a16:creationId xmlns:a16="http://schemas.microsoft.com/office/drawing/2014/main" id="{58230E63-3CF3-48ED-8F2E-80F76B93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78" name="文本框 77">
            <a:extLst xmlns:a="http://schemas.openxmlformats.org/drawingml/2006/main">
              <a:ext uri="{FF2B5EF4-FFF2-40B4-BE49-F238E27FC236}">
                <a16:creationId xmlns:a16="http://schemas.microsoft.com/office/drawing/2014/main" id="{D2E2CCF0-93D2-9F8E-5352-C8253D34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79" name="文本框 78">
            <a:extLst xmlns:a="http://schemas.openxmlformats.org/drawingml/2006/main">
              <a:ext uri="{FF2B5EF4-FFF2-40B4-BE49-F238E27FC236}">
                <a16:creationId xmlns:a16="http://schemas.microsoft.com/office/drawing/2014/main" id="{B6AD257B-5CD8-A2A2-268D-A4B9EE92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时长估算方法</a:t>
            </a:r>
          </a:p>
        </p:txBody>
      </p:sp>
      <p:sp>
        <p:nvSpPr>
          <p:cNvPr id="80" name="直接连接符 79">
            <a:extLst xmlns:a="http://schemas.openxmlformats.org/drawingml/2006/main">
              <a:ext uri="{FF2B5EF4-FFF2-40B4-BE49-F238E27FC236}">
                <a16:creationId xmlns:a16="http://schemas.microsoft.com/office/drawing/2014/main" id="{73BC0F06-DB83-4BB5-8D78-7508E432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22D50004-E0B6-8F88-9FE0-7A90A322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0AAFF685-3646-434C-C306-6998897E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8B43EAD0-DB39-1953-01BB-D21F3B9C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674AA640-9B57-E8A9-58DE-40435E9D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CD69579F-4189-692D-5F8F-BE13F32A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B24FF435-0988-3176-3548-0E1E4960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4F9B325-EF25-4E95-A8E0-D2DEEFB7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旁白与字幕并行播放，同一镜头取较长轨道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D656459-830F-456D-A663-D17CBBC6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67A1071-5DB0-4AA1-BF32-5767EA99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镜头时长 = max（旁白时长，字幕时长，最小画面时长）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D969D57-12D4-40ED-8944-0195A926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总时长 = 各镜头时长之和 + 镜间转场时间</a:t>
            </a:r>
          </a:p>
        </p:txBody>
      </p:sp>
      <p:graphicFrame>
        <p:nvGraphicFrame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7AA907F-1C16-4577-B0A7-9F58C27B312F}"/>
              </a:ext>
            </a:extLst>
          </p:cNvPr>
          <p:cNvGraphicFramePr/>
          <p:nvPr/>
        </p:nvGraphicFramePr>
        <p:xfrm>
          <a:off xmlns:a="http://schemas.openxmlformats.org/drawingml/2006/main" x="674751" y="3886200"/>
          <a:ext xmlns:a="http://schemas.openxmlformats.org/drawingml/2006/main" cx="10842498" cy="1657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64778"/>
                <a:gridCol w="5477720"/>
              </a:tblGrid>
              <a:tr h="414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演示假设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取值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中文旁白 / 字幕速度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字/秒  /  5 字/秒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英文旁白 / 字幕速度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 词/秒  /  3 词/秒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标点停顿 / 每次转场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0.15 秒  /  0.25 秒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65EA71B-8D61-4030-83E0-713B10EC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rPr>
              <a:t>预计时长用于上限检查，需要真人配音校准，不等于已录制视频时长</a:t>
            </a:r>
          </a:p>
        </p:txBody>
      </p:sp>
    </p:spTree>
    <p:extLst>
      <p:ext uri="{BB962C8B-B14F-4D97-AF65-F5344CB8AC3E}">
        <p14:creationId xmlns:p14="http://schemas.microsoft.com/office/powerpoint/2010/main" val="91827524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CDC9754-5195-83EE-9E4A-1A82C577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08092000-6B22-0FBE-8E71-F39B9DFF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16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74" name="文本框 73">
            <a:extLst xmlns:a="http://schemas.openxmlformats.org/drawingml/2006/main">
              <a:ext uri="{FF2B5EF4-FFF2-40B4-BE49-F238E27FC236}">
                <a16:creationId xmlns:a16="http://schemas.microsoft.com/office/drawing/2014/main" id="{CB270ADD-8577-34B7-5291-ECE64AD5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75" name="文本框 74">
            <a:extLst xmlns:a="http://schemas.openxmlformats.org/drawingml/2006/main">
              <a:ext uri="{FF2B5EF4-FFF2-40B4-BE49-F238E27FC236}">
                <a16:creationId xmlns:a16="http://schemas.microsoft.com/office/drawing/2014/main" id="{11C1FBC5-C74E-085E-55EE-35E0E106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76" name="文本框 75">
            <a:extLst xmlns:a="http://schemas.openxmlformats.org/drawingml/2006/main">
              <a:ext uri="{FF2B5EF4-FFF2-40B4-BE49-F238E27FC236}">
                <a16:creationId xmlns:a16="http://schemas.microsoft.com/office/drawing/2014/main" id="{75CF1613-9283-86C8-3A46-2695A36C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77" name="文本框 76">
            <a:extLst xmlns:a="http://schemas.openxmlformats.org/drawingml/2006/main">
              <a:ext uri="{FF2B5EF4-FFF2-40B4-BE49-F238E27FC236}">
                <a16:creationId xmlns:a16="http://schemas.microsoft.com/office/drawing/2014/main" id="{58230E63-3CF3-48ED-8F2E-80F76B93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78" name="文本框 77">
            <a:extLst xmlns:a="http://schemas.openxmlformats.org/drawingml/2006/main">
              <a:ext uri="{FF2B5EF4-FFF2-40B4-BE49-F238E27FC236}">
                <a16:creationId xmlns:a16="http://schemas.microsoft.com/office/drawing/2014/main" id="{D2E2CCF0-93D2-9F8E-5352-C8253D34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79" name="文本框 78">
            <a:extLst xmlns:a="http://schemas.openxmlformats.org/drawingml/2006/main">
              <a:ext uri="{FF2B5EF4-FFF2-40B4-BE49-F238E27FC236}">
                <a16:creationId xmlns:a16="http://schemas.microsoft.com/office/drawing/2014/main" id="{B6AD257B-5CD8-A2A2-268D-A4B9EE92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技术选择与取舍</a:t>
            </a:r>
          </a:p>
        </p:txBody>
      </p:sp>
      <p:sp>
        <p:nvSpPr>
          <p:cNvPr id="80" name="直接连接符 79">
            <a:extLst xmlns:a="http://schemas.openxmlformats.org/drawingml/2006/main">
              <a:ext uri="{FF2B5EF4-FFF2-40B4-BE49-F238E27FC236}">
                <a16:creationId xmlns:a16="http://schemas.microsoft.com/office/drawing/2014/main" id="{73BC0F06-DB83-4BB5-8D78-7508E432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22D50004-E0B6-8F88-9FE0-7A90A322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0AAFF685-3646-434C-C306-6998897E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8B43EAD0-DB39-1953-01BB-D21F3B9C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674AA640-9B57-E8A9-58DE-40435E9D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CD69579F-4189-692D-5F8F-BE13F32A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B24FF435-0988-3176-3548-0E1E4960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0873AC2-A270-47B2-981C-BBC2D647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优先让评审看清核心业务循环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89A74FA-3F80-4CDC-8620-3BA18679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B7309C3-F050-4584-BBAA-7E745D0574C8}"/>
              </a:ext>
            </a:extLst>
          </p:cNvPr>
          <p:cNvGraphicFramePr/>
          <p:nvPr/>
        </p:nvGraphicFramePr>
        <p:xfrm>
          <a:off xmlns:a="http://schemas.openxmlformats.org/drawingml/2006/main" x="674751" y="2152650"/>
          <a:ext xmlns:a="http://schemas.openxmlformats.org/drawingml/2006/main" cx="10842498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05924"/>
                <a:gridCol w="4423589"/>
                <a:gridCol w="3312985"/>
              </a:tblGrid>
              <a:tr h="67437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原因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代价或限制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标准库 + CLI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源码入口无需第三方运行依赖</a:t>
                      </a:r>
                    </a:p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复现和阅读成本较低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需要自行实现状态与协议校验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原生单 Agent 循环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当前工具与状态规模较小</a:t>
                      </a:r>
                    </a:p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便于解释约束和结束门禁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复杂任务编排能力有限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本地合成资料 + 关键词检索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无需数据库与向量服务</a:t>
                      </a:r>
                    </a:p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可固定资料和故障条件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同义表达召回能力有限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百炼 qwen-plus 兼容接口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JSON 动作与语义审核</a:t>
                      </a:r>
                    </a:p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可配置模型和服务地址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网络延迟、随机性与调用成本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C528106-D038-4D9D-935B-E7939454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界面、线上部署、多 Agent、生产级 Runtime 均不属于本题的必要交付</a:t>
            </a:r>
          </a:p>
        </p:txBody>
      </p:sp>
    </p:spTree>
    <p:extLst>
      <p:ext uri="{BB962C8B-B14F-4D97-AF65-F5344CB8AC3E}">
        <p14:creationId xmlns:p14="http://schemas.microsoft.com/office/powerpoint/2010/main" val="91827524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CDC9754-5195-83EE-9E4A-1A82C577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08092000-6B22-0FBE-8E71-F39B9DFF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16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74" name="文本框 73">
            <a:extLst xmlns:a="http://schemas.openxmlformats.org/drawingml/2006/main">
              <a:ext uri="{FF2B5EF4-FFF2-40B4-BE49-F238E27FC236}">
                <a16:creationId xmlns:a16="http://schemas.microsoft.com/office/drawing/2014/main" id="{CB270ADD-8577-34B7-5291-ECE64AD5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75" name="文本框 74">
            <a:extLst xmlns:a="http://schemas.openxmlformats.org/drawingml/2006/main">
              <a:ext uri="{FF2B5EF4-FFF2-40B4-BE49-F238E27FC236}">
                <a16:creationId xmlns:a16="http://schemas.microsoft.com/office/drawing/2014/main" id="{11C1FBC5-C74E-085E-55EE-35E0E106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76" name="文本框 75">
            <a:extLst xmlns:a="http://schemas.openxmlformats.org/drawingml/2006/main">
              <a:ext uri="{FF2B5EF4-FFF2-40B4-BE49-F238E27FC236}">
                <a16:creationId xmlns:a16="http://schemas.microsoft.com/office/drawing/2014/main" id="{75CF1613-9283-86C8-3A46-2695A36C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77" name="文本框 76">
            <a:extLst xmlns:a="http://schemas.openxmlformats.org/drawingml/2006/main">
              <a:ext uri="{FF2B5EF4-FFF2-40B4-BE49-F238E27FC236}">
                <a16:creationId xmlns:a16="http://schemas.microsoft.com/office/drawing/2014/main" id="{58230E63-3CF3-48ED-8F2E-80F76B93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78" name="文本框 77">
            <a:extLst xmlns:a="http://schemas.openxmlformats.org/drawingml/2006/main">
              <a:ext uri="{FF2B5EF4-FFF2-40B4-BE49-F238E27FC236}">
                <a16:creationId xmlns:a16="http://schemas.microsoft.com/office/drawing/2014/main" id="{D2E2CCF0-93D2-9F8E-5352-C8253D34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79" name="文本框 78">
            <a:extLst xmlns:a="http://schemas.openxmlformats.org/drawingml/2006/main">
              <a:ext uri="{FF2B5EF4-FFF2-40B4-BE49-F238E27FC236}">
                <a16:creationId xmlns:a16="http://schemas.microsoft.com/office/drawing/2014/main" id="{B6AD257B-5CD8-A2A2-268D-A4B9EE92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对话层与 Agent 核心</a:t>
            </a:r>
          </a:p>
        </p:txBody>
      </p:sp>
      <p:sp>
        <p:nvSpPr>
          <p:cNvPr id="80" name="直接连接符 79">
            <a:extLst xmlns:a="http://schemas.openxmlformats.org/drawingml/2006/main">
              <a:ext uri="{FF2B5EF4-FFF2-40B4-BE49-F238E27FC236}">
                <a16:creationId xmlns:a16="http://schemas.microsoft.com/office/drawing/2014/main" id="{73BC0F06-DB83-4BB5-8D78-7508E432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22D50004-E0B6-8F88-9FE0-7A90A322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0AAFF685-3646-434C-C306-6998897E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8B43EAD0-DB39-1953-01BB-D21F3B9C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674AA640-9B57-E8A9-58DE-40435E9D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CD69579F-4189-692D-5F8F-BE13F32A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B24FF435-0988-3176-3548-0E1E4960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66CF2A1-173C-49F3-A18C-360097D3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先整理本轮意图，再决定是否执行脚本任务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4339578-C323-4D82-AF94-90F243D5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8144C04-8D62-4BB7-886B-8B8DB163D330}"/>
              </a:ext>
            </a:extLst>
          </p:cNvPr>
          <p:cNvGraphicFramePr/>
          <p:nvPr/>
        </p:nvGraphicFramePr>
        <p:xfrm>
          <a:off xmlns:a="http://schemas.openxmlformats.org/drawingml/2006/main" x="674751" y="2152650"/>
          <a:ext xmlns:a="http://schemas.openxmlformats.org/drawingml/2006/main" cx="10842498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11794"/>
                <a:gridCol w="5364778"/>
                <a:gridCol w="3265926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浏览器页面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输入消息、补素材、显示结果、下载脚本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浏览器仅保存当前会话ID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HTTP 服务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仅监听127.0.0.1，校验请求并管理会话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runs/chat/&lt;会话ID&gt;/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对话规划器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真实模型整理需求，决定回复或启动Agent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每轮 dialogue.json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与工具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检索、生成、估时、检查、按观察修正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每轮 trace.jsonl 等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结果与恢复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保存历史，刷新恢复，标记中断与旧稿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state.json / output.json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2D4EBF9-E4B7-4F36-8733-AF63B292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真实需求整理最多1次模型调用；业务Agent另有12步、240秒、24次API上限</a:t>
            </a:r>
          </a:p>
        </p:txBody>
      </p:sp>
    </p:spTree>
    <p:extLst>
      <p:ext uri="{BB962C8B-B14F-4D97-AF65-F5344CB8AC3E}">
        <p14:creationId xmlns:p14="http://schemas.microsoft.com/office/powerpoint/2010/main" val="91827524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CDC9754-5195-83EE-9E4A-1A82C577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08092000-6B22-0FBE-8E71-F39B9DFF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16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74" name="文本框 73">
            <a:extLst xmlns:a="http://schemas.openxmlformats.org/drawingml/2006/main">
              <a:ext uri="{FF2B5EF4-FFF2-40B4-BE49-F238E27FC236}">
                <a16:creationId xmlns:a16="http://schemas.microsoft.com/office/drawing/2014/main" id="{CB270ADD-8577-34B7-5291-ECE64AD5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75" name="文本框 74">
            <a:extLst xmlns:a="http://schemas.openxmlformats.org/drawingml/2006/main">
              <a:ext uri="{FF2B5EF4-FFF2-40B4-BE49-F238E27FC236}">
                <a16:creationId xmlns:a16="http://schemas.microsoft.com/office/drawing/2014/main" id="{11C1FBC5-C74E-085E-55EE-35E0E106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76" name="文本框 75">
            <a:extLst xmlns:a="http://schemas.openxmlformats.org/drawingml/2006/main">
              <a:ext uri="{FF2B5EF4-FFF2-40B4-BE49-F238E27FC236}">
                <a16:creationId xmlns:a16="http://schemas.microsoft.com/office/drawing/2014/main" id="{75CF1613-9283-86C8-3A46-2695A36C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77" name="文本框 76">
            <a:extLst xmlns:a="http://schemas.openxmlformats.org/drawingml/2006/main">
              <a:ext uri="{FF2B5EF4-FFF2-40B4-BE49-F238E27FC236}">
                <a16:creationId xmlns:a16="http://schemas.microsoft.com/office/drawing/2014/main" id="{58230E63-3CF3-48ED-8F2E-80F76B93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78" name="文本框 77">
            <a:extLst xmlns:a="http://schemas.openxmlformats.org/drawingml/2006/main">
              <a:ext uri="{FF2B5EF4-FFF2-40B4-BE49-F238E27FC236}">
                <a16:creationId xmlns:a16="http://schemas.microsoft.com/office/drawing/2014/main" id="{D2E2CCF0-93D2-9F8E-5352-C8253D34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79" name="文本框 78">
            <a:extLst xmlns:a="http://schemas.openxmlformats.org/drawingml/2006/main">
              <a:ext uri="{FF2B5EF4-FFF2-40B4-BE49-F238E27FC236}">
                <a16:creationId xmlns:a16="http://schemas.microsoft.com/office/drawing/2014/main" id="{B6AD257B-5CD8-A2A2-268D-A4B9EE92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会话与改稿规则</a:t>
            </a:r>
          </a:p>
        </p:txBody>
      </p:sp>
      <p:sp>
        <p:nvSpPr>
          <p:cNvPr id="80" name="直接连接符 79">
            <a:extLst xmlns:a="http://schemas.openxmlformats.org/drawingml/2006/main">
              <a:ext uri="{FF2B5EF4-FFF2-40B4-BE49-F238E27FC236}">
                <a16:creationId xmlns:a16="http://schemas.microsoft.com/office/drawing/2014/main" id="{73BC0F06-DB83-4BB5-8D78-7508E432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22D50004-E0B6-8F88-9FE0-7A90A322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0AAFF685-3646-434C-C306-6998897E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8B43EAD0-DB39-1953-01BB-D21F3B9C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674AA640-9B57-E8A9-58DE-40435E9D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CD69579F-4189-692D-5F8F-BE13F32A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B24FF435-0988-3176-3548-0E1E4960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C1D9482-023A-4FE1-B86D-573AAE6A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上一轮结果可以参考，当前完成状态必须重新取得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71C406A-42F8-4999-B4E6-83CFA292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A5B24CE-A86B-4AC2-95FE-D3B40E94911C}"/>
              </a:ext>
            </a:extLst>
          </p:cNvPr>
          <p:cNvGraphicFramePr/>
          <p:nvPr/>
        </p:nvGraphicFramePr>
        <p:xfrm>
          <a:off xmlns:a="http://schemas.openxmlformats.org/drawingml/2006/main" x="674751" y="2152650"/>
          <a:ext xmlns:a="http://schemas.openxmlformats.org/drawingml/2006/main" cx="10842498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41221"/>
                <a:gridCol w="7501277"/>
              </a:tblGrid>
              <a:tr h="50346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情况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实际处理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缺创作关键信息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逐轮补齐；不凭空补主题、受众和风格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同产品、同主题改稿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上一版作为参考；新稿内容必须变化并重新检查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切换产品或主题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重新开始稿件，避免沿用不相关的上一版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本轮仅交流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不生成本轮completed；旧稿明确标为上次结果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补充产品资料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生成U-素材ID，限制在当前会话使用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刷新或服务中断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恢复磁盘记录；未完成轮次明确标记中断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CE43510-7E5C-45EC-9062-5B004C87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rPr>
              <a:t>内容变化门禁只证明稿件变了，不证明模型已正确实现全部编辑意图</a:t>
            </a:r>
          </a:p>
        </p:txBody>
      </p:sp>
    </p:spTree>
    <p:extLst>
      <p:ext uri="{BB962C8B-B14F-4D97-AF65-F5344CB8AC3E}">
        <p14:creationId xmlns:p14="http://schemas.microsoft.com/office/powerpoint/2010/main" val="91827524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任意多边形: 形状 1">
            <a:extLst xmlns:a="http://schemas.openxmlformats.org/drawingml/2006/main">
              <a:ext uri="{FF2B5EF4-FFF2-40B4-BE49-F238E27FC236}">
                <a16:creationId xmlns:a16="http://schemas.microsoft.com/office/drawing/2014/main" id="{0117C181-B481-C9C4-9B42-CA87E846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781" y="0"/>
            <a:ext cx="3178439" cy="1531254"/>
          </a:xfrm>
          <a:custGeom xmlns:a="http://schemas.openxmlformats.org/drawingml/2006/main">
            <a:gdLst>
              <a:gd name="connsiteX0" fmla="*/ 0 w 3178439"/>
              <a:gd name="connsiteY0" fmla="*/ 0 h 1531254"/>
              <a:gd name="connsiteX1" fmla="*/ 3178439 w 3178439"/>
              <a:gd name="connsiteY1" fmla="*/ 0 h 1531254"/>
              <a:gd name="connsiteX2" fmla="*/ 3178439 w 3178439"/>
              <a:gd name="connsiteY2" fmla="*/ 836280 h 1531254"/>
              <a:gd name="connsiteX3" fmla="*/ 3115045 w 3178439"/>
              <a:gd name="connsiteY3" fmla="*/ 902435 h 1531254"/>
              <a:gd name="connsiteX4" fmla="*/ 1589219 w 3178439"/>
              <a:gd name="connsiteY4" fmla="*/ 1531254 h 1531254"/>
              <a:gd name="connsiteX5" fmla="*/ 63392 w 3178439"/>
              <a:gd name="connsiteY5" fmla="*/ 902435 h 1531254"/>
              <a:gd name="connsiteX6" fmla="*/ 0 w 3178439"/>
              <a:gd name="connsiteY6" fmla="*/ 836281 h 1531254"/>
            </a:gdLst>
            <a:rect l="l" t="t" r="r" b="b"/>
            <a:pathLst>
              <a:path w="3178439" h="1531254">
                <a:moveTo>
                  <a:pt x="0" y="0"/>
                </a:moveTo>
                <a:lnTo>
                  <a:pt x="3178439" y="0"/>
                </a:lnTo>
                <a:lnTo>
                  <a:pt x="3178439" y="836280"/>
                </a:lnTo>
                <a:lnTo>
                  <a:pt x="3115045" y="902435"/>
                </a:lnTo>
                <a:cubicBezTo>
                  <a:pt x="2724552" y="1290951"/>
                  <a:pt x="2185091" y="1531254"/>
                  <a:pt x="1589219" y="1531254"/>
                </a:cubicBezTo>
                <a:cubicBezTo>
                  <a:pt x="993346" y="1531254"/>
                  <a:pt x="453885" y="1290951"/>
                  <a:pt x="63392" y="902435"/>
                </a:cubicBezTo>
                <a:lnTo>
                  <a:pt x="0" y="836281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399F50C-F701-173B-ADE7-ABAAF3AB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866" y="3136613"/>
            <a:ext cx="2980268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6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741D076-0D85-2B6E-9BF1-9D0F7005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4325"/>
            <a:ext cx="12192000" cy="223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79BC6DA3-4458-1E7D-9390-46D2A046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87173" y="356800"/>
            <a:ext cx="817654" cy="81765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06E26FBF-982A-4F98-308D-49E2745D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13750" y="442462"/>
            <a:ext cx="136450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叁</a:t>
            </a:r>
          </a:p>
        </p:txBody>
      </p:sp>
      <p:sp>
        <p:nvSpPr>
          <p:cNvPr id="9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77CD036E-23DF-A1DC-29C3-CDC5647B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6B617480-6777-B674-395C-59803B9F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DCA7AFD2-F75E-D46A-218C-611C1453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71BBAC1C-7FB5-389C-B93A-B7E7B0FF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075B7AA9-AF08-5713-9141-122FABB8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165DD97B-7B52-556A-F3F7-B268753F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506584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E26B653-4905-22D5-BEEE-BF1F9BF2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2A013F1D-F345-EDC4-D02A-17FE1756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404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文本框 70">
            <a:extLst xmlns:a="http://schemas.openxmlformats.org/drawingml/2006/main">
              <a:ext uri="{FF2B5EF4-FFF2-40B4-BE49-F238E27FC236}">
                <a16:creationId xmlns:a16="http://schemas.microsoft.com/office/drawing/2014/main" id="{0CDE6494-E891-B56B-ABC5-36B64C0E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72" name="文本框 71">
            <a:extLst xmlns:a="http://schemas.openxmlformats.org/drawingml/2006/main">
              <a:ext uri="{FF2B5EF4-FFF2-40B4-BE49-F238E27FC236}">
                <a16:creationId xmlns:a16="http://schemas.microsoft.com/office/drawing/2014/main" id="{36F3B4D8-C31F-6225-CF5D-CFC44F14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73" name="文本框 72">
            <a:extLst xmlns:a="http://schemas.openxmlformats.org/drawingml/2006/main">
              <a:ext uri="{FF2B5EF4-FFF2-40B4-BE49-F238E27FC236}">
                <a16:creationId xmlns:a16="http://schemas.microsoft.com/office/drawing/2014/main" id="{5A32B5F7-3F99-DF12-627C-FDA3949B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74" name="文本框 73">
            <a:extLst xmlns:a="http://schemas.openxmlformats.org/drawingml/2006/main">
              <a:ext uri="{FF2B5EF4-FFF2-40B4-BE49-F238E27FC236}">
                <a16:creationId xmlns:a16="http://schemas.microsoft.com/office/drawing/2014/main" id="{CB333207-BF25-6D4D-F8EA-7D60FF30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75" name="文本框 74">
            <a:extLst xmlns:a="http://schemas.openxmlformats.org/drawingml/2006/main">
              <a:ext uri="{FF2B5EF4-FFF2-40B4-BE49-F238E27FC236}">
                <a16:creationId xmlns:a16="http://schemas.microsoft.com/office/drawing/2014/main" id="{ED7BAF6C-E4F4-F34A-77AD-74C01157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76" name="文本框 75">
            <a:extLst xmlns:a="http://schemas.openxmlformats.org/drawingml/2006/main">
              <a:ext uri="{FF2B5EF4-FFF2-40B4-BE49-F238E27FC236}">
                <a16:creationId xmlns:a16="http://schemas.microsoft.com/office/drawing/2014/main" id="{724F94E8-4B38-3AA1-BBEC-C07CCBED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用户在 PyCharm 的真实运行</a:t>
            </a:r>
          </a:p>
        </p:txBody>
      </p:sp>
      <p:sp>
        <p:nvSpPr>
          <p:cNvPr id="77" name="直接连接符 76">
            <a:extLst xmlns:a="http://schemas.openxmlformats.org/drawingml/2006/main">
              <a:ext uri="{FF2B5EF4-FFF2-40B4-BE49-F238E27FC236}">
                <a16:creationId xmlns:a16="http://schemas.microsoft.com/office/drawing/2014/main" id="{3AD325B9-89E1-42A8-972E-DE0589FE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5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AFF43BDD-9963-924E-138B-386FAA7E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8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80F86694-5371-C286-E54A-3D1282C1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9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C53DDA39-7E0A-9714-C4F4-437BCB12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0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6C917D6E-6A34-5E9E-FD58-0F89006D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1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0644CE25-FBF6-9431-476A-CAC56951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7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68FE8619-A497-3601-EA49-E51747DF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A3CE397F-ACF7-4210-90FE-1CDFF97D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qwen-plus，2026-10-29；规则格式最后修复前的保存记录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09FD1DD6-E1C2-4613-B6BD-C6487CBD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917CA018-F8F0-4D89-B82B-BCB2B89A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476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47.109 秒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3C1A1E84-C67F-478D-82E2-AD7C3185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端到端耗时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3BE943F2-A74E-43B7-B5C3-C056A929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1930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9 次 API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E0723A3E-B0E5-4CF7-9B31-926318B2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8 次决策 + 1 次语义审核</a:t>
            </a:r>
          </a:p>
        </p:txBody>
      </p:sp>
      <p:graphicFrame>
        <p:nvGraphicFrame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F96F3406-A3B4-4B1F-BF78-EBBC000F6F2F}"/>
              </a:ext>
            </a:extLst>
          </p:cNvPr>
          <p:cNvGraphicFramePr/>
          <p:nvPr/>
        </p:nvGraphicFramePr>
        <p:xfrm>
          <a:off xmlns:a="http://schemas.openxmlformats.org/drawingml/2006/main" x="674751" y="3457575"/>
          <a:ext xmlns:a="http://schemas.openxmlformats.org/drawingml/2006/main" cx="10842498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35308"/>
                <a:gridCol w="6588323"/>
                <a:gridCol w="1411784"/>
                <a:gridCol w="1807083"/>
              </a:tblGrid>
              <a:tr h="419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镜头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内容摘要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预计秒数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手动字幕，修改文字与颜色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P01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5.80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不支持自动语音转字幕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P01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4.00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裁剪和调整顺序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P02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4.30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保存为本地草稿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P02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4.00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6E500408-5860-4C67-BAEF-752A1F04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总计 18.85 秒，含 3 次转场；状态 completed，人工事实复核仍为 pending</a:t>
            </a:r>
          </a:p>
        </p:txBody>
      </p:sp>
    </p:spTree>
    <p:extLst>
      <p:ext uri="{BB962C8B-B14F-4D97-AF65-F5344CB8AC3E}">
        <p14:creationId xmlns:p14="http://schemas.microsoft.com/office/powerpoint/2010/main" val="359279557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E26B653-4905-22D5-BEEE-BF1F9BF2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2A013F1D-F345-EDC4-D02A-17FE1756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404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文本框 70">
            <a:extLst xmlns:a="http://schemas.openxmlformats.org/drawingml/2006/main">
              <a:ext uri="{FF2B5EF4-FFF2-40B4-BE49-F238E27FC236}">
                <a16:creationId xmlns:a16="http://schemas.microsoft.com/office/drawing/2014/main" id="{0CDE6494-E891-B56B-ABC5-36B64C0E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72" name="文本框 71">
            <a:extLst xmlns:a="http://schemas.openxmlformats.org/drawingml/2006/main">
              <a:ext uri="{FF2B5EF4-FFF2-40B4-BE49-F238E27FC236}">
                <a16:creationId xmlns:a16="http://schemas.microsoft.com/office/drawing/2014/main" id="{36F3B4D8-C31F-6225-CF5D-CFC44F14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73" name="文本框 72">
            <a:extLst xmlns:a="http://schemas.openxmlformats.org/drawingml/2006/main">
              <a:ext uri="{FF2B5EF4-FFF2-40B4-BE49-F238E27FC236}">
                <a16:creationId xmlns:a16="http://schemas.microsoft.com/office/drawing/2014/main" id="{5A32B5F7-3F99-DF12-627C-FDA3949B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74" name="文本框 73">
            <a:extLst xmlns:a="http://schemas.openxmlformats.org/drawingml/2006/main">
              <a:ext uri="{FF2B5EF4-FFF2-40B4-BE49-F238E27FC236}">
                <a16:creationId xmlns:a16="http://schemas.microsoft.com/office/drawing/2014/main" id="{CB333207-BF25-6D4D-F8EA-7D60FF30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75" name="文本框 74">
            <a:extLst xmlns:a="http://schemas.openxmlformats.org/drawingml/2006/main">
              <a:ext uri="{FF2B5EF4-FFF2-40B4-BE49-F238E27FC236}">
                <a16:creationId xmlns:a16="http://schemas.microsoft.com/office/drawing/2014/main" id="{ED7BAF6C-E4F4-F34A-77AD-74C01157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76" name="文本框 75">
            <a:extLst xmlns:a="http://schemas.openxmlformats.org/drawingml/2006/main">
              <a:ext uri="{FF2B5EF4-FFF2-40B4-BE49-F238E27FC236}">
                <a16:creationId xmlns:a16="http://schemas.microsoft.com/office/drawing/2014/main" id="{724F94E8-4B38-3AA1-BBEC-C07CCBED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真实路径一：超时长后的修正</a:t>
            </a:r>
          </a:p>
        </p:txBody>
      </p:sp>
      <p:sp>
        <p:nvSpPr>
          <p:cNvPr id="77" name="直接连接符 76">
            <a:extLst xmlns:a="http://schemas.openxmlformats.org/drawingml/2006/main">
              <a:ext uri="{FF2B5EF4-FFF2-40B4-BE49-F238E27FC236}">
                <a16:creationId xmlns:a16="http://schemas.microsoft.com/office/drawing/2014/main" id="{3AD325B9-89E1-42A8-972E-DE0589FE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5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AFF43BDD-9963-924E-138B-386FAA7E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8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80F86694-5371-C286-E54A-3D1282C1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9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C53DDA39-7E0A-9714-C4F4-437BCB12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0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6C917D6E-6A34-5E9E-FD58-0F89006D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1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0644CE25-FBF6-9431-476A-CAC56951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7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68FE8619-A497-3601-EA49-E51747DF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CD8C03A1-82CA-4878-A56D-B00AD9C2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C05，目标 15 秒；首稿由明确标记的测试夹具提供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3004E581-E3F6-4CF8-A5E6-2F595497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349F69EB-5AF7-4DAA-BD33-8C50ED22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750" b="1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750" b="1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750" b="1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750" b="1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750" b="1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750" b="1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750" b="1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750" b="1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750" b="1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rPr>
              <a:t>21.15 秒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2F2549B1-B5D4-4F5C-A6A7-8427E268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工具报告超限 6.15 秒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F77B0EDC-032A-44C7-A904-AB62F82C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977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7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7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7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7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7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7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7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7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7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10.10 秒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065092E8-8097-4E27-8163-57271CAD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432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模型压缩后重新估算通过</a:t>
            </a:r>
          </a:p>
        </p:txBody>
      </p:sp>
      <p:graphicFrame>
        <p:nvGraphicFrame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1F460136-43D8-4B75-8BDF-25C5C2A7232E}"/>
              </a:ext>
            </a:extLst>
          </p:cNvPr>
          <p:cNvGraphicFramePr/>
          <p:nvPr/>
        </p:nvGraphicFramePr>
        <p:xfrm>
          <a:off xmlns:a="http://schemas.openxmlformats.org/drawingml/2006/main" x="674751" y="3467100"/>
          <a:ext xmlns:a="http://schemas.openxmlformats.org/drawingml/2006/main" cx="10842498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11784"/>
                <a:gridCol w="9430714"/>
              </a:tblGrid>
              <a:tr h="419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动作与实际观察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1–2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 P01/P02，估时工具返回 21.15 秒 &gt; 15 秒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模型重复请求估时，运行时拒绝无效动作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4–5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模型提交精简稿 revision 2，再估时为 10.10 秒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6–7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规则检查通过，模型请求 finish，程序接受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8D1047A0-D129-4DA0-9E11-B8D045EE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记录同时保留有效修正与一次无效决策，没有把初稿夹具说成模型自然生成</a:t>
            </a:r>
          </a:p>
        </p:txBody>
      </p:sp>
    </p:spTree>
    <p:extLst>
      <p:ext uri="{BB962C8B-B14F-4D97-AF65-F5344CB8AC3E}">
        <p14:creationId xmlns:p14="http://schemas.microsoft.com/office/powerpoint/2010/main" val="359279557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E26B653-4905-22D5-BEEE-BF1F9BF2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2A013F1D-F345-EDC4-D02A-17FE1756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404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文本框 70">
            <a:extLst xmlns:a="http://schemas.openxmlformats.org/drawingml/2006/main">
              <a:ext uri="{FF2B5EF4-FFF2-40B4-BE49-F238E27FC236}">
                <a16:creationId xmlns:a16="http://schemas.microsoft.com/office/drawing/2014/main" id="{0CDE6494-E891-B56B-ABC5-36B64C0E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72" name="文本框 71">
            <a:extLst xmlns:a="http://schemas.openxmlformats.org/drawingml/2006/main">
              <a:ext uri="{FF2B5EF4-FFF2-40B4-BE49-F238E27FC236}">
                <a16:creationId xmlns:a16="http://schemas.microsoft.com/office/drawing/2014/main" id="{36F3B4D8-C31F-6225-CF5D-CFC44F14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73" name="文本框 72">
            <a:extLst xmlns:a="http://schemas.openxmlformats.org/drawingml/2006/main">
              <a:ext uri="{FF2B5EF4-FFF2-40B4-BE49-F238E27FC236}">
                <a16:creationId xmlns:a16="http://schemas.microsoft.com/office/drawing/2014/main" id="{5A32B5F7-3F99-DF12-627C-FDA3949B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74" name="文本框 73">
            <a:extLst xmlns:a="http://schemas.openxmlformats.org/drawingml/2006/main">
              <a:ext uri="{FF2B5EF4-FFF2-40B4-BE49-F238E27FC236}">
                <a16:creationId xmlns:a16="http://schemas.microsoft.com/office/drawing/2014/main" id="{CB333207-BF25-6D4D-F8EA-7D60FF30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75" name="文本框 74">
            <a:extLst xmlns:a="http://schemas.openxmlformats.org/drawingml/2006/main">
              <a:ext uri="{FF2B5EF4-FFF2-40B4-BE49-F238E27FC236}">
                <a16:creationId xmlns:a16="http://schemas.microsoft.com/office/drawing/2014/main" id="{ED7BAF6C-E4F4-F34A-77AD-74C01157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76" name="文本框 75">
            <a:extLst xmlns:a="http://schemas.openxmlformats.org/drawingml/2006/main">
              <a:ext uri="{FF2B5EF4-FFF2-40B4-BE49-F238E27FC236}">
                <a16:creationId xmlns:a16="http://schemas.microsoft.com/office/drawing/2014/main" id="{724F94E8-4B38-3AA1-BBEC-C07CCBED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真实路径二：空结果后的查询改写</a:t>
            </a:r>
          </a:p>
        </p:txBody>
      </p:sp>
      <p:sp>
        <p:nvSpPr>
          <p:cNvPr id="77" name="直接连接符 76">
            <a:extLst xmlns:a="http://schemas.openxmlformats.org/drawingml/2006/main">
              <a:ext uri="{FF2B5EF4-FFF2-40B4-BE49-F238E27FC236}">
                <a16:creationId xmlns:a16="http://schemas.microsoft.com/office/drawing/2014/main" id="{3AD325B9-89E1-42A8-972E-DE0589FE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5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AFF43BDD-9963-924E-138B-386FAA7E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8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80F86694-5371-C286-E54A-3D1282C1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9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C53DDA39-7E0A-9714-C4F4-437BCB12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0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6C917D6E-6A34-5E9E-FD58-0F89006D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1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0644CE25-FBF6-9431-476A-CAC56951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7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68FE8619-A497-3601-EA49-E51747DF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EACAEB87-B8E4-4C5C-BEE1-42F4FA08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C08，首次空结果来自已记录的故障注入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AE38468D-5E07-47C3-95B5-E7B9FDDF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5AA63F3A-D9BB-4C3D-821D-E66A23A4BA80}"/>
              </a:ext>
            </a:extLst>
          </p:cNvPr>
          <p:cNvGraphicFramePr/>
          <p:nvPr/>
        </p:nvGraphicFramePr>
        <p:xfrm>
          <a:off xmlns:a="http://schemas.openxmlformats.org/drawingml/2006/main" x="674751" y="2152650"/>
          <a:ext xmlns:a="http://schemas.openxmlformats.org/drawingml/2006/main" cx="10842498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735"/>
                <a:gridCol w="8677763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实际动作与观察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首次检索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查询“剪映盒演示版 手动字幕 视频裁剪”</a:t>
                      </a:r>
                    </a:p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 materials=[]，injected=true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模型调整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将查询改为“剪映盒演示版 手动字幕”</a:t>
                      </a:r>
                    </a:p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重新检索，取得 P01、P02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后续处理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生成脚本，执行估时与规则检查</a:t>
                      </a:r>
                    </a:p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期间重复提交同稿，触发重新检查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最终结果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次决策，预计 13.50 秒，completed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9FBF6413-662D-44C6-B0EA-47D9F38C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持续无资料会请求补充；短暂检索错误的恢复另见 C07</a:t>
            </a:r>
          </a:p>
        </p:txBody>
      </p:sp>
    </p:spTree>
    <p:extLst>
      <p:ext uri="{BB962C8B-B14F-4D97-AF65-F5344CB8AC3E}">
        <p14:creationId xmlns:p14="http://schemas.microsoft.com/office/powerpoint/2010/main" val="359279557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E26B653-4905-22D5-BEEE-BF1F9BF2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2A013F1D-F345-EDC4-D02A-17FE1756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404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文本框 70">
            <a:extLst xmlns:a="http://schemas.openxmlformats.org/drawingml/2006/main">
              <a:ext uri="{FF2B5EF4-FFF2-40B4-BE49-F238E27FC236}">
                <a16:creationId xmlns:a16="http://schemas.microsoft.com/office/drawing/2014/main" id="{0CDE6494-E891-B56B-ABC5-36B64C0E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72" name="文本框 71">
            <a:extLst xmlns:a="http://schemas.openxmlformats.org/drawingml/2006/main">
              <a:ext uri="{FF2B5EF4-FFF2-40B4-BE49-F238E27FC236}">
                <a16:creationId xmlns:a16="http://schemas.microsoft.com/office/drawing/2014/main" id="{36F3B4D8-C31F-6225-CF5D-CFC44F14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73" name="文本框 72">
            <a:extLst xmlns:a="http://schemas.openxmlformats.org/drawingml/2006/main">
              <a:ext uri="{FF2B5EF4-FFF2-40B4-BE49-F238E27FC236}">
                <a16:creationId xmlns:a16="http://schemas.microsoft.com/office/drawing/2014/main" id="{5A32B5F7-3F99-DF12-627C-FDA3949B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74" name="文本框 73">
            <a:extLst xmlns:a="http://schemas.openxmlformats.org/drawingml/2006/main">
              <a:ext uri="{FF2B5EF4-FFF2-40B4-BE49-F238E27FC236}">
                <a16:creationId xmlns:a16="http://schemas.microsoft.com/office/drawing/2014/main" id="{CB333207-BF25-6D4D-F8EA-7D60FF30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75" name="文本框 74">
            <a:extLst xmlns:a="http://schemas.openxmlformats.org/drawingml/2006/main">
              <a:ext uri="{FF2B5EF4-FFF2-40B4-BE49-F238E27FC236}">
                <a16:creationId xmlns:a16="http://schemas.microsoft.com/office/drawing/2014/main" id="{ED7BAF6C-E4F4-F34A-77AD-74C01157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76" name="文本框 75">
            <a:extLst xmlns:a="http://schemas.openxmlformats.org/drawingml/2006/main">
              <a:ext uri="{FF2B5EF4-FFF2-40B4-BE49-F238E27FC236}">
                <a16:creationId xmlns:a16="http://schemas.microsoft.com/office/drawing/2014/main" id="{724F94E8-4B38-3AA1-BBEC-C07CCBED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规则反馈与已知漏判</a:t>
            </a:r>
          </a:p>
        </p:txBody>
      </p:sp>
      <p:sp>
        <p:nvSpPr>
          <p:cNvPr id="77" name="直接连接符 76">
            <a:extLst xmlns:a="http://schemas.openxmlformats.org/drawingml/2006/main">
              <a:ext uri="{FF2B5EF4-FFF2-40B4-BE49-F238E27FC236}">
                <a16:creationId xmlns:a16="http://schemas.microsoft.com/office/drawing/2014/main" id="{3AD325B9-89E1-42A8-972E-DE0589FE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5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AFF43BDD-9963-924E-138B-386FAA7E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8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80F86694-5371-C286-E54A-3D1282C1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9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C53DDA39-7E0A-9714-C4F4-437BCB12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0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6C917D6E-6A34-5E9E-FD58-0F89006D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1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0644CE25-FBF6-9431-476A-CAC56951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7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68FE8619-A497-3601-EA49-E51747DF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2BAE520B-8BA1-432B-8B63-ACEB7275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自动检查能阻断已知风险，也会遗漏无依据表述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110AAF43-7A97-478A-8E96-6EF101D5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DC0A4FA5-AA52-40E8-8813-A1929D82FD29}"/>
              </a:ext>
            </a:extLst>
          </p:cNvPr>
          <p:cNvGraphicFramePr/>
          <p:nvPr/>
        </p:nvGraphicFramePr>
        <p:xfrm>
          <a:off xmlns:a="http://schemas.openxmlformats.org/drawingml/2006/main" x="674751" y="2152650"/>
          <a:ext xmlns:a="http://schemas.openxmlformats.org/drawingml/2006/main" cx="10842498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41210"/>
                <a:gridCol w="4423589"/>
                <a:gridCol w="3877699"/>
              </a:tblGrid>
              <a:tr h="82153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情况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实际反馈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后续结果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</a:tr>
              <a:tr h="8215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C06 违规初稿夹具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“效率提升80%”“保证爆款”</a:t>
                      </a:r>
                    </a:p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 R01，passed=false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模型去掉违规内容</a:t>
                      </a:r>
                    </a:p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重新检查后通过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15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用户真实运行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标题“学生也能上手”</a:t>
                      </a:r>
                    </a:p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资料未说明易用性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自动审核未拦截</a:t>
                      </a:r>
                    </a:p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需要人工复核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8215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开发回归 H01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“导入剪辑软件”</a:t>
                      </a:r>
                    </a:p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资料未给出文件兼容性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保留原记录并披露</a:t>
                      </a:r>
                    </a:p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避免当成已验证能力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924767EA-580D-435B-B28F-D501B255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rPr>
              <a:t>R04 细节词表只覆盖已知问题，独立人工评审仍然必要</a:t>
            </a:r>
          </a:p>
        </p:txBody>
      </p:sp>
    </p:spTree>
    <p:extLst>
      <p:ext uri="{BB962C8B-B14F-4D97-AF65-F5344CB8AC3E}">
        <p14:creationId xmlns:p14="http://schemas.microsoft.com/office/powerpoint/2010/main" val="359279557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E26B653-4905-22D5-BEEE-BF1F9BF2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2A013F1D-F345-EDC4-D02A-17FE1756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404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文本框 70">
            <a:extLst xmlns:a="http://schemas.openxmlformats.org/drawingml/2006/main">
              <a:ext uri="{FF2B5EF4-FFF2-40B4-BE49-F238E27FC236}">
                <a16:creationId xmlns:a16="http://schemas.microsoft.com/office/drawing/2014/main" id="{0CDE6494-E891-B56B-ABC5-36B64C0E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72" name="文本框 71">
            <a:extLst xmlns:a="http://schemas.openxmlformats.org/drawingml/2006/main">
              <a:ext uri="{FF2B5EF4-FFF2-40B4-BE49-F238E27FC236}">
                <a16:creationId xmlns:a16="http://schemas.microsoft.com/office/drawing/2014/main" id="{36F3B4D8-C31F-6225-CF5D-CFC44F14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73" name="文本框 72">
            <a:extLst xmlns:a="http://schemas.openxmlformats.org/drawingml/2006/main">
              <a:ext uri="{FF2B5EF4-FFF2-40B4-BE49-F238E27FC236}">
                <a16:creationId xmlns:a16="http://schemas.microsoft.com/office/drawing/2014/main" id="{5A32B5F7-3F99-DF12-627C-FDA3949B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74" name="文本框 73">
            <a:extLst xmlns:a="http://schemas.openxmlformats.org/drawingml/2006/main">
              <a:ext uri="{FF2B5EF4-FFF2-40B4-BE49-F238E27FC236}">
                <a16:creationId xmlns:a16="http://schemas.microsoft.com/office/drawing/2014/main" id="{CB333207-BF25-6D4D-F8EA-7D60FF30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75" name="文本框 74">
            <a:extLst xmlns:a="http://schemas.openxmlformats.org/drawingml/2006/main">
              <a:ext uri="{FF2B5EF4-FFF2-40B4-BE49-F238E27FC236}">
                <a16:creationId xmlns:a16="http://schemas.microsoft.com/office/drawing/2014/main" id="{ED7BAF6C-E4F4-F34A-77AD-74C01157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76" name="文本框 75">
            <a:extLst xmlns:a="http://schemas.openxmlformats.org/drawingml/2006/main">
              <a:ext uri="{FF2B5EF4-FFF2-40B4-BE49-F238E27FC236}">
                <a16:creationId xmlns:a16="http://schemas.microsoft.com/office/drawing/2014/main" id="{724F94E8-4B38-3AA1-BBEC-C07CCBED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现场演示路线</a:t>
            </a:r>
          </a:p>
        </p:txBody>
      </p:sp>
      <p:sp>
        <p:nvSpPr>
          <p:cNvPr id="77" name="直接连接符 76">
            <a:extLst xmlns:a="http://schemas.openxmlformats.org/drawingml/2006/main">
              <a:ext uri="{FF2B5EF4-FFF2-40B4-BE49-F238E27FC236}">
                <a16:creationId xmlns:a16="http://schemas.microsoft.com/office/drawing/2014/main" id="{3AD325B9-89E1-42A8-972E-DE0589FE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5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AFF43BDD-9963-924E-138B-386FAA7E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8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80F86694-5371-C286-E54A-3D1282C1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9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C53DDA39-7E0A-9714-C4F4-437BCB12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0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6C917D6E-6A34-5E9E-FD58-0F89006D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1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0644CE25-FBF6-9431-476A-CAC56951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7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68FE8619-A497-3601-EA49-E51747DF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26085924-270C-4802-A88D-AB377284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PyCharm 点击运行，浏览器中连续交流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F989430D-6080-48DD-871F-368D96FF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844DB135-CDA5-4C42-A113-FEAC6ADD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01  直接运行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D1ACC4C3-8B28-45AB-9E31-40FF827A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52650"/>
            <a:ext cx="795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右键运行根目录 run_chat.py，参数留空，保持服务运行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F7A04CFE-FBD5-4C5D-AB05-A14E916B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1942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02  连续补参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4D6767EF-4DD5-4FA6-952E-65F4EDC1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19425"/>
            <a:ext cx="795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浏览器打开 127.0.0.1:8765，补充需求并查看右侧脚本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60139557-1A81-4948-B26F-B20593CC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03  修改与复检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C264A7D8-8E59-4975-9BE0-728F27F8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86200"/>
            <a:ext cx="795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发送“缩短到15秒”，核对新稿、时长、来源与检查结果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131BA374-BBE0-43AE-B13E-64D78CE4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529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04  切换真实模式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655F18E4-7565-4346-B3C2-AC5C239A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52975"/>
            <a:ext cx="795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配置本地 .env 后重启，选择“真实模型 · 百炼”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85D25827-0B31-40FC-A454-569000DE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真实模式失败会明确报错，不自动切到 Mock；展示时不要打开密钥内容</a:t>
            </a:r>
          </a:p>
        </p:txBody>
      </p:sp>
    </p:spTree>
    <p:extLst>
      <p:ext uri="{BB962C8B-B14F-4D97-AF65-F5344CB8AC3E}">
        <p14:creationId xmlns:p14="http://schemas.microsoft.com/office/powerpoint/2010/main" val="359279557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E26B653-4905-22D5-BEEE-BF1F9BF2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2A013F1D-F345-EDC4-D02A-17FE1756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404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文本框 70">
            <a:extLst xmlns:a="http://schemas.openxmlformats.org/drawingml/2006/main">
              <a:ext uri="{FF2B5EF4-FFF2-40B4-BE49-F238E27FC236}">
                <a16:creationId xmlns:a16="http://schemas.microsoft.com/office/drawing/2014/main" id="{0CDE6494-E891-B56B-ABC5-36B64C0E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72" name="文本框 71">
            <a:extLst xmlns:a="http://schemas.openxmlformats.org/drawingml/2006/main">
              <a:ext uri="{FF2B5EF4-FFF2-40B4-BE49-F238E27FC236}">
                <a16:creationId xmlns:a16="http://schemas.microsoft.com/office/drawing/2014/main" id="{36F3B4D8-C31F-6225-CF5D-CFC44F14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73" name="文本框 72">
            <a:extLst xmlns:a="http://schemas.openxmlformats.org/drawingml/2006/main">
              <a:ext uri="{FF2B5EF4-FFF2-40B4-BE49-F238E27FC236}">
                <a16:creationId xmlns:a16="http://schemas.microsoft.com/office/drawing/2014/main" id="{5A32B5F7-3F99-DF12-627C-FDA3949B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74" name="文本框 73">
            <a:extLst xmlns:a="http://schemas.openxmlformats.org/drawingml/2006/main">
              <a:ext uri="{FF2B5EF4-FFF2-40B4-BE49-F238E27FC236}">
                <a16:creationId xmlns:a16="http://schemas.microsoft.com/office/drawing/2014/main" id="{CB333207-BF25-6D4D-F8EA-7D60FF30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75" name="文本框 74">
            <a:extLst xmlns:a="http://schemas.openxmlformats.org/drawingml/2006/main">
              <a:ext uri="{FF2B5EF4-FFF2-40B4-BE49-F238E27FC236}">
                <a16:creationId xmlns:a16="http://schemas.microsoft.com/office/drawing/2014/main" id="{ED7BAF6C-E4F4-F34A-77AD-74C01157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76" name="文本框 75">
            <a:extLst xmlns:a="http://schemas.openxmlformats.org/drawingml/2006/main">
              <a:ext uri="{FF2B5EF4-FFF2-40B4-BE49-F238E27FC236}">
                <a16:creationId xmlns:a16="http://schemas.microsoft.com/office/drawing/2014/main" id="{724F94E8-4B38-3AA1-BBEC-C07CCBED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聊天演示：补参、生成与连续修改</a:t>
            </a:r>
          </a:p>
        </p:txBody>
      </p:sp>
      <p:sp>
        <p:nvSpPr>
          <p:cNvPr id="77" name="直接连接符 76">
            <a:extLst xmlns:a="http://schemas.openxmlformats.org/drawingml/2006/main">
              <a:ext uri="{FF2B5EF4-FFF2-40B4-BE49-F238E27FC236}">
                <a16:creationId xmlns:a16="http://schemas.microsoft.com/office/drawing/2014/main" id="{3AD325B9-89E1-42A8-972E-DE0589FE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5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AFF43BDD-9963-924E-138B-386FAA7E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8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80F86694-5371-C286-E54A-3D1282C1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9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C53DDA39-7E0A-9714-C4F4-437BCB12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0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6C917D6E-6A34-5E9E-FD58-0F89006D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1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0644CE25-FBF6-9431-476A-CAC56951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7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68FE8619-A497-3601-EA49-E51747DF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16E02A20-AD25-469F-ADFB-995967BA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下表来自实际保存的离线对话记录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86AFE6F5-058B-458C-8CB9-117A0049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05853A82-56B3-43D3-8638-15033D5BBC40}"/>
              </a:ext>
            </a:extLst>
          </p:cNvPr>
          <p:cNvGraphicFramePr/>
          <p:nvPr/>
        </p:nvGraphicFramePr>
        <p:xfrm>
          <a:off xmlns:a="http://schemas.openxmlformats.org/drawingml/2006/main" x="674751" y="2152650"/>
          <a:ext xmlns:a="http://schemas.openxmlformats.org/drawingml/2006/main" cx="10842498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05903"/>
                <a:gridCol w="5317718"/>
                <a:gridCol w="4018877"/>
              </a:tblGrid>
              <a:tr h="50346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轮次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用户输入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实际结果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介绍剪映盒演示版字幕，30秒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仅追问：受众、平台、风格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受众：学生；平台：抖音；风格：清晰自然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completed，24.40秒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缩短到15秒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新稿与复检，completed，3.65秒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风格：活泼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incomplete，离线不支持自由风格改写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另一个会话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产品：校园便签，并补齐创作要求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needs_input，无产品素材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补资料继续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补充“校园便签支持本地保存文字”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completed，3.15秒，引用U-素材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67E2DB1A-FE3A-416E-A961-6B5FFD48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3.65秒满足15秒上限，但不证明节奏充实；Mock主要拼接原文，真实模式需另评测</a:t>
            </a:r>
          </a:p>
        </p:txBody>
      </p:sp>
    </p:spTree>
    <p:extLst>
      <p:ext uri="{BB962C8B-B14F-4D97-AF65-F5344CB8AC3E}">
        <p14:creationId xmlns:p14="http://schemas.microsoft.com/office/powerpoint/2010/main" val="359279557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任意多边形: 形状 1">
            <a:extLst xmlns:a="http://schemas.openxmlformats.org/drawingml/2006/main">
              <a:ext uri="{FF2B5EF4-FFF2-40B4-BE49-F238E27FC236}">
                <a16:creationId xmlns:a16="http://schemas.microsoft.com/office/drawing/2014/main" id="{56BA6850-9FBD-0CDF-4F18-94F810A4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781" y="0"/>
            <a:ext cx="3178439" cy="1531254"/>
          </a:xfrm>
          <a:custGeom xmlns:a="http://schemas.openxmlformats.org/drawingml/2006/main">
            <a:gdLst>
              <a:gd name="connsiteX0" fmla="*/ 0 w 3178439"/>
              <a:gd name="connsiteY0" fmla="*/ 0 h 1531254"/>
              <a:gd name="connsiteX1" fmla="*/ 3178439 w 3178439"/>
              <a:gd name="connsiteY1" fmla="*/ 0 h 1531254"/>
              <a:gd name="connsiteX2" fmla="*/ 3178439 w 3178439"/>
              <a:gd name="connsiteY2" fmla="*/ 836280 h 1531254"/>
              <a:gd name="connsiteX3" fmla="*/ 3115045 w 3178439"/>
              <a:gd name="connsiteY3" fmla="*/ 902435 h 1531254"/>
              <a:gd name="connsiteX4" fmla="*/ 1589219 w 3178439"/>
              <a:gd name="connsiteY4" fmla="*/ 1531254 h 1531254"/>
              <a:gd name="connsiteX5" fmla="*/ 63392 w 3178439"/>
              <a:gd name="connsiteY5" fmla="*/ 902435 h 1531254"/>
              <a:gd name="connsiteX6" fmla="*/ 0 w 3178439"/>
              <a:gd name="connsiteY6" fmla="*/ 836281 h 1531254"/>
            </a:gdLst>
            <a:rect l="l" t="t" r="r" b="b"/>
            <a:pathLst>
              <a:path w="3178439" h="1531254">
                <a:moveTo>
                  <a:pt x="0" y="0"/>
                </a:moveTo>
                <a:lnTo>
                  <a:pt x="3178439" y="0"/>
                </a:lnTo>
                <a:lnTo>
                  <a:pt x="3178439" y="836280"/>
                </a:lnTo>
                <a:lnTo>
                  <a:pt x="3115045" y="902435"/>
                </a:lnTo>
                <a:cubicBezTo>
                  <a:pt x="2724552" y="1290951"/>
                  <a:pt x="2185091" y="1531254"/>
                  <a:pt x="1589219" y="1531254"/>
                </a:cubicBezTo>
                <a:cubicBezTo>
                  <a:pt x="993346" y="1531254"/>
                  <a:pt x="453885" y="1290951"/>
                  <a:pt x="63392" y="902435"/>
                </a:cubicBezTo>
                <a:lnTo>
                  <a:pt x="0" y="836281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C38461D-28F2-BFFF-9C1A-B59674A0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866" y="3136613"/>
            <a:ext cx="2980268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6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7AC3F8F-FF99-ECA5-6D3E-0AC97075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4325"/>
            <a:ext cx="12192000" cy="223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E8F4E875-F2A5-F78A-4216-FF8EBB46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87173" y="356800"/>
            <a:ext cx="817654" cy="81765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37C683BD-37AF-3D09-93CC-A62D9F74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13750" y="442462"/>
            <a:ext cx="136450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肆</a:t>
            </a:r>
          </a:p>
        </p:txBody>
      </p:sp>
      <p:sp>
        <p:nvSpPr>
          <p:cNvPr id="9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A915F784-3148-84F0-5BDC-ABCB4230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CA6452CD-AAE3-518A-23B7-9180A083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69CB4E02-CCCC-9492-151A-2FA75C34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D0BD2B7D-FF2F-3A1A-63A5-EAF054CC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1A376288-4790-E262-1E32-DF7D5EF1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87F97A1C-D75D-1666-2641-1C35C6D9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575126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C179E-B520-6DAB-CB3A-B25D8BFB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17EFE248-3578-3BA5-88D8-2E712367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593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文本框 65">
            <a:extLst xmlns:a="http://schemas.openxmlformats.org/drawingml/2006/main">
              <a:ext uri="{FF2B5EF4-FFF2-40B4-BE49-F238E27FC236}">
                <a16:creationId xmlns:a16="http://schemas.microsoft.com/office/drawing/2014/main" id="{A3EA53CD-CD5E-08D4-2722-8265A42F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67" name="文本框 66">
            <a:extLst xmlns:a="http://schemas.openxmlformats.org/drawingml/2006/main">
              <a:ext uri="{FF2B5EF4-FFF2-40B4-BE49-F238E27FC236}">
                <a16:creationId xmlns:a16="http://schemas.microsoft.com/office/drawing/2014/main" id="{A05A0946-9D04-E63B-EF2D-0E593BB7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68" name="文本框 67">
            <a:extLst xmlns:a="http://schemas.openxmlformats.org/drawingml/2006/main">
              <a:ext uri="{FF2B5EF4-FFF2-40B4-BE49-F238E27FC236}">
                <a16:creationId xmlns:a16="http://schemas.microsoft.com/office/drawing/2014/main" id="{C422F959-8C36-F903-42EE-B700D126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69" name="文本框 68">
            <a:extLst xmlns:a="http://schemas.openxmlformats.org/drawingml/2006/main">
              <a:ext uri="{FF2B5EF4-FFF2-40B4-BE49-F238E27FC236}">
                <a16:creationId xmlns:a16="http://schemas.microsoft.com/office/drawing/2014/main" id="{4BB1C8A4-5604-B09B-CE6F-9D53953B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70" name="文本框 69">
            <a:extLst xmlns:a="http://schemas.openxmlformats.org/drawingml/2006/main">
              <a:ext uri="{FF2B5EF4-FFF2-40B4-BE49-F238E27FC236}">
                <a16:creationId xmlns:a16="http://schemas.microsoft.com/office/drawing/2014/main" id="{32C36DF5-E387-3205-AC1F-548C96AF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71" name="文本框 70">
            <a:extLst xmlns:a="http://schemas.openxmlformats.org/drawingml/2006/main">
              <a:ext uri="{FF2B5EF4-FFF2-40B4-BE49-F238E27FC236}">
                <a16:creationId xmlns:a16="http://schemas.microsoft.com/office/drawing/2014/main" id="{6B4BB1F7-90CC-2210-BE2B-4E6289E6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五个必须验收场景</a:t>
            </a:r>
          </a:p>
        </p:txBody>
      </p:sp>
      <p:sp>
        <p:nvSpPr>
          <p:cNvPr id="72" name="直接连接符 71">
            <a:extLst xmlns:a="http://schemas.openxmlformats.org/drawingml/2006/main">
              <a:ext uri="{FF2B5EF4-FFF2-40B4-BE49-F238E27FC236}">
                <a16:creationId xmlns:a16="http://schemas.microsoft.com/office/drawing/2014/main" id="{33E72C39-AF70-46B0-8469-BBFC8E14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5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B7DC45AD-5834-A9B9-8B5C-6A4AD86A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8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F145B53B-41A8-A8F4-D53C-186FC409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5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E167F9DE-84C3-E8CA-0B04-7D33BE7D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4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697A32E6-5719-3B67-0056-05480129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2E962859-A691-AB18-B7A1-A006821D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7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87C525E6-8605-FB39-2348-09893A5C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47D25C38-75FE-430D-BB77-41219607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以下结果来自 examples/final-real 的历史真实记录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65C44E15-85C3-4906-8805-08D00CA5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graphicFrame>
        <p:nvGraphicFrame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180A5464-26F2-4594-A42C-5CCC5348F373}"/>
              </a:ext>
            </a:extLst>
          </p:cNvPr>
          <p:cNvGraphicFramePr/>
          <p:nvPr/>
        </p:nvGraphicFramePr>
        <p:xfrm>
          <a:off xmlns:a="http://schemas.openxmlformats.org/drawingml/2006/main" x="674751" y="2152650"/>
          <a:ext xmlns:a="http://schemas.openxmlformats.org/drawingml/2006/main" cx="10842498" cy="3533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0616"/>
                <a:gridCol w="1694140"/>
                <a:gridCol w="2682389"/>
                <a:gridCol w="4395353"/>
              </a:tblGrid>
              <a:tr h="5048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验收点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实际结果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观察结论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正常生成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C01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completed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有脚本、来源与两项检查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缺关键信息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C02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needs_input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校验层列出缺项，0 次模型调用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无素材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C03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needs_input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检索后请求补充材料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工具失败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C04 / C07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needs_input / completed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持续失败追问，短暂失败可恢复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超时长修正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C05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completed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21.15 秒压缩到 10.10 秒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额外不可行约束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H03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incomplete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步上限后明确未完成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486B5406-71F7-4DBC-BBBB-367FD598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needs_input 与 incomplete 在相应场景属于正确终止，不能只统计 completed</a:t>
            </a:r>
          </a:p>
        </p:txBody>
      </p:sp>
    </p:spTree>
    <p:extLst>
      <p:ext uri="{BB962C8B-B14F-4D97-AF65-F5344CB8AC3E}">
        <p14:creationId xmlns:p14="http://schemas.microsoft.com/office/powerpoint/2010/main" val="405501621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C179E-B520-6DAB-CB3A-B25D8BFB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17EFE248-3578-3BA5-88D8-2E712367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593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文本框 65">
            <a:extLst xmlns:a="http://schemas.openxmlformats.org/drawingml/2006/main">
              <a:ext uri="{FF2B5EF4-FFF2-40B4-BE49-F238E27FC236}">
                <a16:creationId xmlns:a16="http://schemas.microsoft.com/office/drawing/2014/main" id="{A3EA53CD-CD5E-08D4-2722-8265A42F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67" name="文本框 66">
            <a:extLst xmlns:a="http://schemas.openxmlformats.org/drawingml/2006/main">
              <a:ext uri="{FF2B5EF4-FFF2-40B4-BE49-F238E27FC236}">
                <a16:creationId xmlns:a16="http://schemas.microsoft.com/office/drawing/2014/main" id="{A05A0946-9D04-E63B-EF2D-0E593BB7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68" name="文本框 67">
            <a:extLst xmlns:a="http://schemas.openxmlformats.org/drawingml/2006/main">
              <a:ext uri="{FF2B5EF4-FFF2-40B4-BE49-F238E27FC236}">
                <a16:creationId xmlns:a16="http://schemas.microsoft.com/office/drawing/2014/main" id="{C422F959-8C36-F903-42EE-B700D126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69" name="文本框 68">
            <a:extLst xmlns:a="http://schemas.openxmlformats.org/drawingml/2006/main">
              <a:ext uri="{FF2B5EF4-FFF2-40B4-BE49-F238E27FC236}">
                <a16:creationId xmlns:a16="http://schemas.microsoft.com/office/drawing/2014/main" id="{4BB1C8A4-5604-B09B-CE6F-9D53953B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70" name="文本框 69">
            <a:extLst xmlns:a="http://schemas.openxmlformats.org/drawingml/2006/main">
              <a:ext uri="{FF2B5EF4-FFF2-40B4-BE49-F238E27FC236}">
                <a16:creationId xmlns:a16="http://schemas.microsoft.com/office/drawing/2014/main" id="{32C36DF5-E387-3205-AC1F-548C96AF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71" name="文本框 70">
            <a:extLst xmlns:a="http://schemas.openxmlformats.org/drawingml/2006/main">
              <a:ext uri="{FF2B5EF4-FFF2-40B4-BE49-F238E27FC236}">
                <a16:creationId xmlns:a16="http://schemas.microsoft.com/office/drawing/2014/main" id="{6B4BB1F7-90CC-2210-BE2B-4E6289E6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验证证据与版本边界</a:t>
            </a:r>
          </a:p>
        </p:txBody>
      </p:sp>
      <p:sp>
        <p:nvSpPr>
          <p:cNvPr id="72" name="直接连接符 71">
            <a:extLst xmlns:a="http://schemas.openxmlformats.org/drawingml/2006/main">
              <a:ext uri="{FF2B5EF4-FFF2-40B4-BE49-F238E27FC236}">
                <a16:creationId xmlns:a16="http://schemas.microsoft.com/office/drawing/2014/main" id="{33E72C39-AF70-46B0-8469-BBFC8E14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5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B7DC45AD-5834-A9B9-8B5C-6A4AD86A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8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F145B53B-41A8-A8F4-D53C-186FC409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5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E167F9DE-84C3-E8CA-0B04-7D33BE7D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4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697A32E6-5719-3B67-0056-05480129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2E962859-A691-AB18-B7A1-A006821D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7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87C525E6-8605-FB39-2348-09893A5C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08EE25A2-822C-4067-B270-E2E8CC58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工程正确性、真实决策和内容质量分别报告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9507FB25-310C-475C-9FDD-791FCA7E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graphicFrame>
        <p:nvGraphicFrame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DE0EBA5A-E117-4116-ACC9-51E6D226DF8A}"/>
              </a:ext>
            </a:extLst>
          </p:cNvPr>
          <p:cNvGraphicFramePr/>
          <p:nvPr/>
        </p:nvGraphicFramePr>
        <p:xfrm>
          <a:off xmlns:a="http://schemas.openxmlformats.org/drawingml/2006/main" x="674751" y="2152650"/>
          <a:ext xmlns:a="http://schemas.openxmlformats.org/drawingml/2006/main" cx="10842498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00032"/>
                <a:gridCol w="3247102"/>
                <a:gridCol w="5195364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已记录结果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能够说明什么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当前工程测试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 项通过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新增会话、HTTP、改稿门禁和中断恢复回归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历史真实场景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11/11 自动验收通过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真实模型在这些输入上符合预期状态与约束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离线模拟场景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11/11 自动验收通过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程序流程可离线复现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新产品补充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次真实完成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冻结代码后的一个合成新产品样例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新增聊天功能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6/6 离线场景通过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交互流程与产物一致性；不证明真实聊天效果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7FB14795-45D3-4846-8097-1A53F6CE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rPr>
              <a:t>人工内容评分尚未完成；11/11 不能解释为事实准确率或真实业务稳定成功率</a:t>
            </a:r>
          </a:p>
        </p:txBody>
      </p:sp>
    </p:spTree>
    <p:extLst>
      <p:ext uri="{BB962C8B-B14F-4D97-AF65-F5344CB8AC3E}">
        <p14:creationId xmlns:p14="http://schemas.microsoft.com/office/powerpoint/2010/main" val="405501621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8A450448-679E-F9DE-A5B4-D0BC985A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04FF875E-6C24-C71E-C96C-BF788E3F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运行记录的证据链</a:t>
            </a:r>
          </a:p>
        </p:txBody>
      </p:sp>
      <p:sp>
        <p:nvSpPr>
          <p:cNvPr id="132" name="直接连接符 131">
            <a:extLst xmlns:a="http://schemas.openxmlformats.org/drawingml/2006/main">
              <a:ext uri="{FF2B5EF4-FFF2-40B4-BE49-F238E27FC236}">
                <a16:creationId xmlns:a16="http://schemas.microsoft.com/office/drawing/2014/main" id="{75249C59-F070-439F-A864-1531549E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1" name="Freeform 16">
            <a:extLst xmlns:a="http://schemas.openxmlformats.org/drawingml/2006/main">
              <a:ext uri="{FF2B5EF4-FFF2-40B4-BE49-F238E27FC236}">
                <a16:creationId xmlns:a16="http://schemas.microsoft.com/office/drawing/2014/main" id="{D259C73E-4F36-E2D8-0CE1-C07576AE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132" y="5351124"/>
            <a:ext cx="1261962" cy="772631"/>
          </a:xfrm>
          <a:custGeom xmlns:a="http://schemas.openxmlformats.org/drawingml/2006/main">
            <a:gdLst>
              <a:gd name="T0" fmla="*/ 985 w 1304"/>
              <a:gd name="T1" fmla="*/ 0 h 561"/>
              <a:gd name="T2" fmla="*/ 0 w 1304"/>
              <a:gd name="T3" fmla="*/ 0 h 561"/>
              <a:gd name="T4" fmla="*/ 266 w 1304"/>
              <a:gd name="T5" fmla="*/ 282 h 561"/>
              <a:gd name="T6" fmla="*/ 0 w 1304"/>
              <a:gd name="T7" fmla="*/ 561 h 561"/>
              <a:gd name="T8" fmla="*/ 985 w 1304"/>
              <a:gd name="T9" fmla="*/ 561 h 561"/>
              <a:gd name="T10" fmla="*/ 1304 w 1304"/>
              <a:gd name="T11" fmla="*/ 282 h 561"/>
              <a:gd name="T12" fmla="*/ 985 w 1304"/>
              <a:gd name="T13" fmla="*/ 0 h 561"/>
            </a:gdLst>
            <a:rect l="0" t="0" r="r" b="b"/>
            <a:pathLst>
              <a:path w="1304" h="561">
                <a:moveTo>
                  <a:pt x="985" y="0"/>
                </a:moveTo>
                <a:lnTo>
                  <a:pt x="0" y="0"/>
                </a:lnTo>
                <a:lnTo>
                  <a:pt x="266" y="282"/>
                </a:lnTo>
                <a:lnTo>
                  <a:pt x="0" y="561"/>
                </a:lnTo>
                <a:lnTo>
                  <a:pt x="985" y="561"/>
                </a:lnTo>
                <a:lnTo>
                  <a:pt x="1304" y="282"/>
                </a:lnTo>
                <a:lnTo>
                  <a:pt x="985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2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0CD10B0-1056-8AFE-0CBD-F4C8C93B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012" y="4578885"/>
            <a:ext cx="1261962" cy="772631"/>
          </a:xfrm>
          <a:custGeom xmlns:a="http://schemas.openxmlformats.org/drawingml/2006/main">
            <a:gdLst>
              <a:gd name="T0" fmla="*/ 985 w 1304"/>
              <a:gd name="T1" fmla="*/ 0 h 561"/>
              <a:gd name="T2" fmla="*/ 0 w 1304"/>
              <a:gd name="T3" fmla="*/ 0 h 561"/>
              <a:gd name="T4" fmla="*/ 266 w 1304"/>
              <a:gd name="T5" fmla="*/ 282 h 561"/>
              <a:gd name="T6" fmla="*/ 0 w 1304"/>
              <a:gd name="T7" fmla="*/ 561 h 561"/>
              <a:gd name="T8" fmla="*/ 985 w 1304"/>
              <a:gd name="T9" fmla="*/ 561 h 561"/>
              <a:gd name="T10" fmla="*/ 1304 w 1304"/>
              <a:gd name="T11" fmla="*/ 282 h 561"/>
              <a:gd name="T12" fmla="*/ 985 w 1304"/>
              <a:gd name="T13" fmla="*/ 0 h 561"/>
            </a:gdLst>
            <a:rect l="0" t="0" r="r" b="b"/>
            <a:pathLst>
              <a:path w="1304" h="561">
                <a:moveTo>
                  <a:pt x="985" y="0"/>
                </a:moveTo>
                <a:lnTo>
                  <a:pt x="0" y="0"/>
                </a:lnTo>
                <a:lnTo>
                  <a:pt x="266" y="282"/>
                </a:lnTo>
                <a:lnTo>
                  <a:pt x="0" y="561"/>
                </a:lnTo>
                <a:lnTo>
                  <a:pt x="985" y="561"/>
                </a:lnTo>
                <a:lnTo>
                  <a:pt x="1304" y="282"/>
                </a:lnTo>
                <a:lnTo>
                  <a:pt x="985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3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4BE60D4-8B8C-4E28-F79C-88D8FF1D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132" y="3803629"/>
            <a:ext cx="1261962" cy="772631"/>
          </a:xfrm>
          <a:custGeom xmlns:a="http://schemas.openxmlformats.org/drawingml/2006/main">
            <a:gdLst>
              <a:gd name="T0" fmla="*/ 985 w 1304"/>
              <a:gd name="T1" fmla="*/ 0 h 561"/>
              <a:gd name="T2" fmla="*/ 0 w 1304"/>
              <a:gd name="T3" fmla="*/ 0 h 561"/>
              <a:gd name="T4" fmla="*/ 266 w 1304"/>
              <a:gd name="T5" fmla="*/ 282 h 561"/>
              <a:gd name="T6" fmla="*/ 0 w 1304"/>
              <a:gd name="T7" fmla="*/ 561 h 561"/>
              <a:gd name="T8" fmla="*/ 985 w 1304"/>
              <a:gd name="T9" fmla="*/ 561 h 561"/>
              <a:gd name="T10" fmla="*/ 1304 w 1304"/>
              <a:gd name="T11" fmla="*/ 282 h 561"/>
              <a:gd name="T12" fmla="*/ 985 w 1304"/>
              <a:gd name="T13" fmla="*/ 0 h 561"/>
            </a:gdLst>
            <a:rect l="0" t="0" r="r" b="b"/>
            <a:pathLst>
              <a:path w="1304" h="561">
                <a:moveTo>
                  <a:pt x="985" y="0"/>
                </a:moveTo>
                <a:lnTo>
                  <a:pt x="0" y="0"/>
                </a:lnTo>
                <a:lnTo>
                  <a:pt x="266" y="282"/>
                </a:lnTo>
                <a:lnTo>
                  <a:pt x="0" y="561"/>
                </a:lnTo>
                <a:lnTo>
                  <a:pt x="985" y="561"/>
                </a:lnTo>
                <a:lnTo>
                  <a:pt x="1304" y="282"/>
                </a:lnTo>
                <a:lnTo>
                  <a:pt x="985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4" name="Freeform 10">
            <a:extLst xmlns:a="http://schemas.openxmlformats.org/drawingml/2006/main">
              <a:ext uri="{FF2B5EF4-FFF2-40B4-BE49-F238E27FC236}">
                <a16:creationId xmlns:a16="http://schemas.microsoft.com/office/drawing/2014/main" id="{063CCA9E-F603-5377-0D4E-7683AC4F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012" y="3017808"/>
            <a:ext cx="1261962" cy="772631"/>
          </a:xfrm>
          <a:custGeom xmlns:a="http://schemas.openxmlformats.org/drawingml/2006/main">
            <a:gdLst>
              <a:gd name="T0" fmla="*/ 985 w 1304"/>
              <a:gd name="T1" fmla="*/ 0 h 561"/>
              <a:gd name="T2" fmla="*/ 0 w 1304"/>
              <a:gd name="T3" fmla="*/ 0 h 561"/>
              <a:gd name="T4" fmla="*/ 266 w 1304"/>
              <a:gd name="T5" fmla="*/ 282 h 561"/>
              <a:gd name="T6" fmla="*/ 0 w 1304"/>
              <a:gd name="T7" fmla="*/ 561 h 561"/>
              <a:gd name="T8" fmla="*/ 985 w 1304"/>
              <a:gd name="T9" fmla="*/ 561 h 561"/>
              <a:gd name="T10" fmla="*/ 1304 w 1304"/>
              <a:gd name="T11" fmla="*/ 282 h 561"/>
              <a:gd name="T12" fmla="*/ 985 w 1304"/>
              <a:gd name="T13" fmla="*/ 0 h 561"/>
            </a:gdLst>
            <a:rect l="0" t="0" r="r" b="b"/>
            <a:pathLst>
              <a:path w="1304" h="561">
                <a:moveTo>
                  <a:pt x="985" y="0"/>
                </a:moveTo>
                <a:lnTo>
                  <a:pt x="0" y="0"/>
                </a:lnTo>
                <a:lnTo>
                  <a:pt x="266" y="282"/>
                </a:lnTo>
                <a:lnTo>
                  <a:pt x="0" y="561"/>
                </a:lnTo>
                <a:lnTo>
                  <a:pt x="985" y="561"/>
                </a:lnTo>
                <a:lnTo>
                  <a:pt x="1304" y="282"/>
                </a:lnTo>
                <a:lnTo>
                  <a:pt x="985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5" name="Freeform 10">
            <a:extLst xmlns:a="http://schemas.openxmlformats.org/drawingml/2006/main">
              <a:ext uri="{FF2B5EF4-FFF2-40B4-BE49-F238E27FC236}">
                <a16:creationId xmlns:a16="http://schemas.microsoft.com/office/drawing/2014/main" id="{CE2B9613-6FC2-4497-8CA4-4063057D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132" y="2245177"/>
            <a:ext cx="1261962" cy="772631"/>
          </a:xfrm>
          <a:custGeom xmlns:a="http://schemas.openxmlformats.org/drawingml/2006/main">
            <a:gdLst>
              <a:gd name="T0" fmla="*/ 985 w 1304"/>
              <a:gd name="T1" fmla="*/ 0 h 561"/>
              <a:gd name="T2" fmla="*/ 0 w 1304"/>
              <a:gd name="T3" fmla="*/ 0 h 561"/>
              <a:gd name="T4" fmla="*/ 266 w 1304"/>
              <a:gd name="T5" fmla="*/ 282 h 561"/>
              <a:gd name="T6" fmla="*/ 0 w 1304"/>
              <a:gd name="T7" fmla="*/ 561 h 561"/>
              <a:gd name="T8" fmla="*/ 985 w 1304"/>
              <a:gd name="T9" fmla="*/ 561 h 561"/>
              <a:gd name="T10" fmla="*/ 1304 w 1304"/>
              <a:gd name="T11" fmla="*/ 282 h 561"/>
              <a:gd name="T12" fmla="*/ 985 w 1304"/>
              <a:gd name="T13" fmla="*/ 0 h 561"/>
            </a:gdLst>
            <a:rect l="0" t="0" r="r" b="b"/>
            <a:pathLst>
              <a:path w="1304" h="561">
                <a:moveTo>
                  <a:pt x="985" y="0"/>
                </a:moveTo>
                <a:lnTo>
                  <a:pt x="0" y="0"/>
                </a:lnTo>
                <a:lnTo>
                  <a:pt x="266" y="282"/>
                </a:lnTo>
                <a:lnTo>
                  <a:pt x="0" y="561"/>
                </a:lnTo>
                <a:lnTo>
                  <a:pt x="985" y="561"/>
                </a:lnTo>
                <a:lnTo>
                  <a:pt x="1304" y="282"/>
                </a:lnTo>
                <a:lnTo>
                  <a:pt x="985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6" name="TextBox 19">
            <a:extLst xmlns:a="http://schemas.openxmlformats.org/drawingml/2006/main">
              <a:ext uri="{FF2B5EF4-FFF2-40B4-BE49-F238E27FC236}">
                <a16:creationId xmlns:a16="http://schemas.microsoft.com/office/drawing/2014/main" id="{C2DE4BA7-D7EF-0B76-B46A-B24022E2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781" y="2308327"/>
            <a:ext cx="55015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3200">
                <a:solidFill>
                  <a:schemeClr val="bg1"/>
                </a:solidFill>
                <a:latin typeface="字魂31号-凝宋"/>
                <a:ea typeface="字魂31号-凝宋"/>
                <a:cs typeface="字魂31号-凝宋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3600">
                <a:latin typeface="Bebas Neue"/>
                <a:ea typeface="Bebas Neue"/>
                <a:cs typeface="Bebas Neue"/>
              </a:rPr>
              <a:t>01</a:t>
            </a:r>
          </a:p>
        </p:txBody>
      </p:sp>
      <p:sp>
        <p:nvSpPr>
          <p:cNvPr id="87" name="TextBox 19">
            <a:extLst xmlns:a="http://schemas.openxmlformats.org/drawingml/2006/main">
              <a:ext uri="{FF2B5EF4-FFF2-40B4-BE49-F238E27FC236}">
                <a16:creationId xmlns:a16="http://schemas.microsoft.com/office/drawing/2014/main" id="{ADD59D4D-3A39-2252-D9C8-814D9711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660" y="3080958"/>
            <a:ext cx="55015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3200">
                <a:solidFill>
                  <a:schemeClr val="bg1"/>
                </a:solidFill>
                <a:latin typeface="字魂31号-凝宋"/>
                <a:ea typeface="字魂31号-凝宋"/>
                <a:cs typeface="字魂31号-凝宋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3600">
                <a:latin typeface="Bebas Neue"/>
                <a:ea typeface="Bebas Neue"/>
                <a:cs typeface="Bebas Neue"/>
              </a:rPr>
              <a:t>02</a:t>
            </a:r>
          </a:p>
        </p:txBody>
      </p:sp>
      <p:sp>
        <p:nvSpPr>
          <p:cNvPr id="88" name="TextBox 19">
            <a:extLst xmlns:a="http://schemas.openxmlformats.org/drawingml/2006/main">
              <a:ext uri="{FF2B5EF4-FFF2-40B4-BE49-F238E27FC236}">
                <a16:creationId xmlns:a16="http://schemas.microsoft.com/office/drawing/2014/main" id="{36009A80-812C-98BE-32F1-EC1B417C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781" y="3866779"/>
            <a:ext cx="55015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3200">
                <a:solidFill>
                  <a:schemeClr val="bg1"/>
                </a:solidFill>
                <a:latin typeface="字魂31号-凝宋"/>
                <a:ea typeface="字魂31号-凝宋"/>
                <a:cs typeface="字魂31号-凝宋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3600">
                <a:latin typeface="Bebas Neue"/>
                <a:ea typeface="Bebas Neue"/>
                <a:cs typeface="Bebas Neue"/>
              </a:rPr>
              <a:t>03</a:t>
            </a:r>
          </a:p>
        </p:txBody>
      </p:sp>
      <p:sp>
        <p:nvSpPr>
          <p:cNvPr id="8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6E3B913-ED0D-970D-0FB2-AF5C0784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660" y="4642035"/>
            <a:ext cx="55015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3200">
                <a:solidFill>
                  <a:schemeClr val="bg1"/>
                </a:solidFill>
                <a:latin typeface="字魂31号-凝宋"/>
                <a:ea typeface="字魂31号-凝宋"/>
                <a:cs typeface="字魂31号-凝宋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3600">
                <a:latin typeface="Bebas Neue"/>
                <a:ea typeface="Bebas Neue"/>
                <a:cs typeface="Bebas Neue"/>
              </a:rPr>
              <a:t>04</a:t>
            </a:r>
          </a:p>
        </p:txBody>
      </p:sp>
      <p:sp>
        <p:nvSpPr>
          <p:cNvPr id="9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D8619C7-37A1-41AD-D0BD-4D8308BF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781" y="5414274"/>
            <a:ext cx="55015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3200">
                <a:solidFill>
                  <a:schemeClr val="bg1"/>
                </a:solidFill>
                <a:latin typeface="字魂31号-凝宋"/>
                <a:ea typeface="字魂31号-凝宋"/>
                <a:cs typeface="字魂31号-凝宋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3600">
                <a:latin typeface="Bebas Neue"/>
                <a:ea typeface="Bebas Neue"/>
                <a:cs typeface="Bebas Neue"/>
              </a:rPr>
              <a:t>05</a:t>
            </a:r>
          </a:p>
        </p:txBody>
      </p:sp>
      <p:sp>
        <p:nvSpPr>
          <p:cNvPr id="91" name="文本框 90">
            <a:extLst xmlns:a="http://schemas.openxmlformats.org/drawingml/2006/main">
              <a:ext uri="{FF2B5EF4-FFF2-40B4-BE49-F238E27FC236}">
                <a16:creationId xmlns:a16="http://schemas.microsoft.com/office/drawing/2014/main" id="{DC39397B-7259-9076-6A87-2BDBB985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660" y="2299936"/>
            <a:ext cx="809625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/>
            </a:defPPr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r>
              <a:rPr sz="1800" b="1">
                <a:solidFill>
                  <a:schemeClr val="accent1"/>
                </a:solidFill>
                <a:latin typeface="Microsoft YaHei Semibold"/>
                <a:ea typeface="Microsoft YaHei Semibold"/>
                <a:cs typeface="Microsoft YaHei Semibold"/>
              </a:rPr>
              <a:t>输入与资料快照</a:t>
            </a:r>
          </a:p>
        </p:txBody>
      </p:sp>
      <p:sp>
        <p:nvSpPr>
          <p:cNvPr id="92" name="矩形 91">
            <a:extLst xmlns:a="http://schemas.openxmlformats.org/drawingml/2006/main">
              <a:ext uri="{FF2B5EF4-FFF2-40B4-BE49-F238E27FC236}">
                <a16:creationId xmlns:a16="http://schemas.microsoft.com/office/drawing/2014/main" id="{8946CDF9-3145-8B96-5BF6-4D446EFF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660" y="2629975"/>
            <a:ext cx="758980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/>
            </a:defPPr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5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Semibold"/>
                <a:ea typeface="Microsoft YaHei Semibold"/>
                <a:cs typeface="Microsoft YaHei Semibold"/>
              </a:rPr>
              <a:t>input.json、materials.json、rules.json：保存当次输入、资料和规则。</a:t>
            </a:r>
            <a:endParaRPr sz="1200" b="1">
              <a:solidFill>
                <a:schemeClr val="tx1">
                  <a:lumMod val="65000"/>
                  <a:lumOff val="35000"/>
                </a:schemeClr>
              </a:solidFill>
              <a:latin typeface="Microsoft YaHei Semibold"/>
              <a:ea typeface="Microsoft YaHei Semibold"/>
              <a:cs typeface="Microsoft YaHei Semibold"/>
            </a:endParaRPr>
          </a:p>
        </p:txBody>
      </p:sp>
      <p:sp>
        <p:nvSpPr>
          <p:cNvPr id="93" name="文本框 92">
            <a:extLst xmlns:a="http://schemas.openxmlformats.org/drawingml/2006/main">
              <a:ext uri="{FF2B5EF4-FFF2-40B4-BE49-F238E27FC236}">
                <a16:creationId xmlns:a16="http://schemas.microsoft.com/office/drawing/2014/main" id="{4040D3DA-D12B-3451-A2D0-0A9D0AA5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060" y="3097106"/>
            <a:ext cx="809625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/>
            </a:defPPr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r>
              <a:rPr sz="1800" b="1">
                <a:solidFill>
                  <a:schemeClr val="accent1"/>
                </a:solidFill>
                <a:latin typeface="Microsoft YaHei Semibold"/>
                <a:ea typeface="Microsoft YaHei Semibold"/>
                <a:cs typeface="Microsoft YaHei Semibold"/>
              </a:rPr>
              <a:t>实际工具观察</a:t>
            </a:r>
          </a:p>
        </p:txBody>
      </p:sp>
      <p:sp>
        <p:nvSpPr>
          <p:cNvPr id="94" name="矩形 93">
            <a:extLst xmlns:a="http://schemas.openxmlformats.org/drawingml/2006/main">
              <a:ext uri="{FF2B5EF4-FFF2-40B4-BE49-F238E27FC236}">
                <a16:creationId xmlns:a16="http://schemas.microsoft.com/office/drawing/2014/main" id="{43593B1A-20C4-36C3-F1B4-E4AE02A9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061" y="3427145"/>
            <a:ext cx="758980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/>
            </a:defPPr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5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Semibold"/>
                <a:ea typeface="Microsoft YaHei Semibold"/>
                <a:cs typeface="Microsoft YaHei Semibold"/>
              </a:rPr>
              <a:t>trace.jsonl：记录动作、参数、返回、简要依据与后续步骤。</a:t>
            </a:r>
            <a:endParaRPr sz="1200" b="1">
              <a:solidFill>
                <a:schemeClr val="tx1">
                  <a:lumMod val="65000"/>
                  <a:lumOff val="35000"/>
                </a:schemeClr>
              </a:solidFill>
              <a:latin typeface="Microsoft YaHei Semibold"/>
              <a:ea typeface="Microsoft YaHei Semibold"/>
              <a:cs typeface="Microsoft YaHei Semibold"/>
            </a:endParaRPr>
          </a:p>
        </p:txBody>
      </p:sp>
      <p:sp>
        <p:nvSpPr>
          <p:cNvPr id="95" name="文本框 94">
            <a:extLst xmlns:a="http://schemas.openxmlformats.org/drawingml/2006/main">
              <a:ext uri="{FF2B5EF4-FFF2-40B4-BE49-F238E27FC236}">
                <a16:creationId xmlns:a16="http://schemas.microsoft.com/office/drawing/2014/main" id="{39AA8DFE-9E33-DA76-537A-A6725060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660" y="3894275"/>
            <a:ext cx="809625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/>
            </a:defPPr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r>
              <a:rPr sz="1800" b="1">
                <a:solidFill>
                  <a:schemeClr val="accent1"/>
                </a:solidFill>
                <a:latin typeface="Microsoft YaHei Semibold"/>
                <a:ea typeface="Microsoft YaHei Semibold"/>
                <a:cs typeface="Microsoft YaHei Semibold"/>
              </a:rPr>
              <a:t>模型调用记录</a:t>
            </a:r>
          </a:p>
        </p:txBody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CAA74F2B-4607-34D8-5646-69A61406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661" y="4224314"/>
            <a:ext cx="758980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/>
            </a:defPPr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5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Semibold"/>
                <a:ea typeface="Microsoft YaHei Semibold"/>
                <a:cs typeface="Microsoft YaHei Semibold"/>
              </a:rPr>
              <a:t>model-calls.json：保存实际结构化返回、调用 ID、用量与延迟。</a:t>
            </a:r>
            <a:endParaRPr sz="1200" b="1">
              <a:solidFill>
                <a:schemeClr val="tx1">
                  <a:lumMod val="65000"/>
                  <a:lumOff val="35000"/>
                </a:schemeClr>
              </a:solidFill>
              <a:latin typeface="Microsoft YaHei Semibold"/>
              <a:ea typeface="Microsoft YaHei Semibold"/>
              <a:cs typeface="Microsoft YaHei Semibold"/>
            </a:endParaRPr>
          </a:p>
        </p:txBody>
      </p:sp>
      <p:sp>
        <p:nvSpPr>
          <p:cNvPr id="97" name="文本框 96">
            <a:extLst xmlns:a="http://schemas.openxmlformats.org/drawingml/2006/main">
              <a:ext uri="{FF2B5EF4-FFF2-40B4-BE49-F238E27FC236}">
                <a16:creationId xmlns:a16="http://schemas.microsoft.com/office/drawing/2014/main" id="{FD850DD0-95D4-348F-5C36-42F2A09E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060" y="4664945"/>
            <a:ext cx="809625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/>
            </a:defPPr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r>
              <a:rPr sz="1800" b="1">
                <a:solidFill>
                  <a:schemeClr val="accent1"/>
                </a:solidFill>
                <a:latin typeface="Microsoft YaHei Semibold"/>
                <a:ea typeface="Microsoft YaHei Semibold"/>
                <a:cs typeface="Microsoft YaHei Semibold"/>
              </a:rPr>
              <a:t>草稿修订历史</a:t>
            </a:r>
          </a:p>
        </p:txBody>
      </p:sp>
      <p:sp>
        <p:nvSpPr>
          <p:cNvPr id="98" name="矩形 97">
            <a:extLst xmlns:a="http://schemas.openxmlformats.org/drawingml/2006/main">
              <a:ext uri="{FF2B5EF4-FFF2-40B4-BE49-F238E27FC236}">
                <a16:creationId xmlns:a16="http://schemas.microsoft.com/office/drawing/2014/main" id="{E06A3224-766F-86FA-01D1-3F3EDF0D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061" y="4994984"/>
            <a:ext cx="758980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/>
            </a:defPPr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5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Semibold"/>
                <a:ea typeface="Microsoft YaHei Semibold"/>
                <a:cs typeface="Microsoft YaHei Semibold"/>
              </a:rPr>
              <a:t>revisions.json：保存每次稿件修订的内容与哈希。</a:t>
            </a:r>
            <a:endParaRPr sz="1200" b="1">
              <a:solidFill>
                <a:schemeClr val="tx1">
                  <a:lumMod val="65000"/>
                  <a:lumOff val="35000"/>
                </a:schemeClr>
              </a:solidFill>
              <a:latin typeface="Microsoft YaHei Semibold"/>
              <a:ea typeface="Microsoft YaHei Semibold"/>
              <a:cs typeface="Microsoft YaHei Semibold"/>
            </a:endParaRPr>
          </a:p>
        </p:txBody>
      </p:sp>
      <p:sp>
        <p:nvSpPr>
          <p:cNvPr id="99" name="文本框 98">
            <a:extLst xmlns:a="http://schemas.openxmlformats.org/drawingml/2006/main">
              <a:ext uri="{FF2B5EF4-FFF2-40B4-BE49-F238E27FC236}">
                <a16:creationId xmlns:a16="http://schemas.microsoft.com/office/drawing/2014/main" id="{8F3BA62D-37EC-2840-B30A-B64C1E82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660" y="5433739"/>
            <a:ext cx="809625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/>
            </a:defPPr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r>
              <a:rPr sz="1800" b="1">
                <a:solidFill>
                  <a:schemeClr val="accent1"/>
                </a:solidFill>
                <a:latin typeface="Microsoft YaHei Semibold"/>
                <a:ea typeface="Microsoft YaHei Semibold"/>
                <a:cs typeface="Microsoft YaHei Semibold"/>
              </a:rPr>
              <a:t>最终结果与环境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20CEABF4-6376-CED2-F2D2-7A91CC7D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661" y="5763778"/>
            <a:ext cx="758980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/>
            </a:defPPr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5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Semibold"/>
                <a:ea typeface="Microsoft YaHei Semibold"/>
                <a:cs typeface="Microsoft YaHei Semibold"/>
              </a:rPr>
              <a:t>output.json、script.md、run.json：保存结果、检查、源码哈希与用时。</a:t>
            </a:r>
            <a:endParaRPr sz="1200" b="1">
              <a:solidFill>
                <a:schemeClr val="tx1">
                  <a:lumMod val="65000"/>
                  <a:lumOff val="35000"/>
                </a:schemeClr>
              </a:solidFill>
              <a:latin typeface="Microsoft YaHei Semibold"/>
              <a:ea typeface="Microsoft YaHei Semibold"/>
              <a:cs typeface="Microsoft YaHei Semibold"/>
            </a:endParaRPr>
          </a:p>
        </p:txBody>
      </p:sp>
      <p:sp>
        <p:nvSpPr>
          <p:cNvPr id="101" name="矩形: 圆角 100">
            <a:extLst xmlns:a="http://schemas.openxmlformats.org/drawingml/2006/main">
              <a:ext uri="{FF2B5EF4-FFF2-40B4-BE49-F238E27FC236}">
                <a16:creationId xmlns:a16="http://schemas.microsoft.com/office/drawing/2014/main" id="{8830B83E-5B48-1A32-91F2-ACD30926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593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A1A4C87B-6594-DFAB-1C78-317ACC51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AA3AC4E1-F3DD-90CB-2046-7FF0FDEF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F4B2CB68-CA9D-F649-D03B-1F4DD02E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26E02A60-4ADE-E743-DE98-15C65E42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4DE6324F-0602-AC37-3786-26F83D1B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114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31AF06DA-848B-F42F-5061-458FA8AD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7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01E94703-1369-654B-BE6F-4D43912C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8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E5453CDE-CBDC-4F22-12AE-EE8D5604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9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7C059CE3-C3CB-0585-7A9C-0BD777E9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0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DFC29981-0FBE-D537-AC14-051D3CA4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6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5F73EC19-C3D0-9E30-94FB-CCC0E806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8318369-94D8-4337-848D-D9B07DA8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实际输入、模型动作、工具结果与稿件历史一起保存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D7A7DA9-3FED-4334-921B-28DBAA8C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38A4C98-08A5-4262-8AD5-3F20AB66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审计脚本复算时长并核对来源与检查事件；它验证一致性，不提供事实真值</a:t>
            </a:r>
          </a:p>
        </p:txBody>
      </p:sp>
    </p:spTree>
    <p:extLst>
      <p:ext uri="{BB962C8B-B14F-4D97-AF65-F5344CB8AC3E}">
        <p14:creationId xmlns:p14="http://schemas.microsoft.com/office/powerpoint/2010/main" val="91825298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E04339A-5418-4C61-E562-639765E3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实际发现的问题与修复</a:t>
            </a:r>
          </a:p>
        </p:txBody>
      </p:sp>
      <p:sp>
        <p:nvSpPr>
          <p:cNvPr id="87" name="直接连接符 86">
            <a:extLst xmlns:a="http://schemas.openxmlformats.org/drawingml/2006/main">
              <a:ext uri="{FF2B5EF4-FFF2-40B4-BE49-F238E27FC236}">
                <a16:creationId xmlns:a16="http://schemas.microsoft.com/office/drawing/2014/main" id="{0915CBF4-6F28-44C5-BECC-9F722FFD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58993DB-6C8B-9F76-3B8D-5ABD6895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463" y="2129676"/>
            <a:ext cx="4429612" cy="18652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任意形状 7">
            <a:extLst xmlns:a="http://schemas.openxmlformats.org/drawingml/2006/main">
              <a:ext uri="{FF2B5EF4-FFF2-40B4-BE49-F238E27FC236}">
                <a16:creationId xmlns:a16="http://schemas.microsoft.com/office/drawing/2014/main" id="{2EC58E9E-2693-0CB9-F2D3-B76AC9B6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76447" y="2299273"/>
            <a:ext cx="2951610" cy="516022"/>
          </a:xfrm>
          <a:custGeom xmlns:a="http://schemas.openxmlformats.org/drawingml/2006/main">
            <a:gdLst>
              <a:gd name="connsiteX0" fmla="*/ 2951610 w 2951610"/>
              <a:gd name="connsiteY0" fmla="*/ 0 h 516022"/>
              <a:gd name="connsiteX1" fmla="*/ 0 w 2951610"/>
              <a:gd name="connsiteY1" fmla="*/ 0 h 516022"/>
              <a:gd name="connsiteX2" fmla="*/ 258011 w 2951610"/>
              <a:gd name="connsiteY2" fmla="*/ 258011 h 516022"/>
              <a:gd name="connsiteX3" fmla="*/ 0 w 2951610"/>
              <a:gd name="connsiteY3" fmla="*/ 516022 h 516022"/>
              <a:gd name="connsiteX4" fmla="*/ 2951610 w 2951610"/>
              <a:gd name="connsiteY4" fmla="*/ 516022 h 516022"/>
              <a:gd name="connsiteX5" fmla="*/ 2951610 w 2951610"/>
              <a:gd name="connsiteY5" fmla="*/ 0 h 516022"/>
            </a:gdLst>
            <a:rect l="l" t="t" r="r" b="b"/>
            <a:pathLst>
              <a:path w="2951610" h="516022">
                <a:moveTo>
                  <a:pt x="2951610" y="0"/>
                </a:moveTo>
                <a:lnTo>
                  <a:pt x="0" y="0"/>
                </a:lnTo>
                <a:lnTo>
                  <a:pt x="258011" y="258011"/>
                </a:lnTo>
                <a:lnTo>
                  <a:pt x="0" y="516022"/>
                </a:lnTo>
                <a:lnTo>
                  <a:pt x="2951610" y="516022"/>
                </a:lnTo>
                <a:lnTo>
                  <a:pt x="295161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三角形 8">
            <a:extLst xmlns:a="http://schemas.openxmlformats.org/drawingml/2006/main">
              <a:ext uri="{FF2B5EF4-FFF2-40B4-BE49-F238E27FC236}">
                <a16:creationId xmlns:a16="http://schemas.microsoft.com/office/drawing/2014/main" id="{02C5622E-D310-6880-7C22-895930D9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447" y="2129676"/>
            <a:ext cx="211015" cy="169597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A37CDE9F-4440-33DD-E648-11FCD1E4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50" y="2357229"/>
            <a:ext cx="3429000" cy="377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/>
            </a:defPPr>
            <a:lvl1pPr>
              <a:defRPr sz="1875"/>
            </a:lvl1pPr>
            <a:lvl2pPr>
              <a:defRPr sz="1875"/>
            </a:lvl2pPr>
            <a:lvl3pPr>
              <a:defRPr sz="1875"/>
            </a:lvl3pPr>
            <a:lvl4pPr>
              <a:defRPr sz="1875"/>
            </a:lvl4pPr>
            <a:lvl5pPr>
              <a:defRPr sz="1875"/>
            </a:lvl5pPr>
            <a:lvl6pPr>
              <a:defRPr sz="1875"/>
            </a:lvl6pPr>
            <a:lvl7pPr>
              <a:defRPr sz="1875"/>
            </a:lvl7pPr>
            <a:lvl8pPr>
              <a:defRPr sz="1875"/>
            </a:lvl8pPr>
            <a:lvl9pPr>
              <a:defRPr sz="1875"/>
            </a:lvl9pPr>
          </a:lstStyle>
          <a:p xmlns:a="http://schemas.openxmlformats.org/drawingml/2006/main">
            <a:r>
              <a:rPr sz="1875" b="1">
                <a:solidFill>
                  <a:schemeClr val="bg1"/>
                </a:solidFill>
                <a:latin typeface="Microsoft YaHei Semibold"/>
                <a:ea typeface="Microsoft YaHei Semibold"/>
                <a:cs typeface="Microsoft YaHei Semibold"/>
              </a:rPr>
              <a:t>IDE 启动路径</a:t>
            </a:r>
          </a:p>
        </p:txBody>
      </p:sp>
      <p:sp>
        <p:nvSpPr>
          <p:cNvPr id="12" name="Text Box 13">
            <a:extLst xmlns:a="http://schemas.openxmlformats.org/drawingml/2006/main">
              <a:ext uri="{FF2B5EF4-FFF2-40B4-BE49-F238E27FC236}">
                <a16:creationId xmlns:a16="http://schemas.microsoft.com/office/drawing/2014/main" id="{F1B6CD76-F0CB-6746-AEB5-F87D04EF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50" y="2914223"/>
            <a:ext cx="397565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/>
            </a:defPPr>
            <a:lvl1pPr>
              <a:lnSpc>
                <a:spcPct val="130000"/>
              </a:lnSpc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 Semibold"/>
                <a:ea typeface="Microsoft YaHei Semibold"/>
                <a:cs typeface="Microsoft YaHei Semibold"/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 xmlns:a="http://schemas.openxmlformats.org/drawingml/2006/main">
            <a:r>
              <a:rPr sz="1575">
                <a:solidFill>
                  <a:schemeClr val="tx1">
                    <a:lumMod val="65000"/>
                    <a:lumOff val="35000"/>
                  </a:schemeClr>
                </a:solidFill>
              </a:rPr>
              <a:t>默认数据从项目根目录定位，无参数生成唯一输出目录。测试覆盖不同工作目录与连续运行。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2E73081-7D4D-C2A8-9FDB-BC6000E0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940" y="2129676"/>
            <a:ext cx="4429612" cy="18652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任意形状 16">
            <a:extLst xmlns:a="http://schemas.openxmlformats.org/drawingml/2006/main">
              <a:ext uri="{FF2B5EF4-FFF2-40B4-BE49-F238E27FC236}">
                <a16:creationId xmlns:a16="http://schemas.microsoft.com/office/drawing/2014/main" id="{5DC268B2-95A0-34A6-046C-9C224B54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4924" y="2299273"/>
            <a:ext cx="2951610" cy="516022"/>
          </a:xfrm>
          <a:custGeom xmlns:a="http://schemas.openxmlformats.org/drawingml/2006/main">
            <a:gdLst>
              <a:gd name="connsiteX0" fmla="*/ 2951610 w 2951610"/>
              <a:gd name="connsiteY0" fmla="*/ 0 h 516022"/>
              <a:gd name="connsiteX1" fmla="*/ 0 w 2951610"/>
              <a:gd name="connsiteY1" fmla="*/ 0 h 516022"/>
              <a:gd name="connsiteX2" fmla="*/ 258011 w 2951610"/>
              <a:gd name="connsiteY2" fmla="*/ 258011 h 516022"/>
              <a:gd name="connsiteX3" fmla="*/ 0 w 2951610"/>
              <a:gd name="connsiteY3" fmla="*/ 516022 h 516022"/>
              <a:gd name="connsiteX4" fmla="*/ 2951610 w 2951610"/>
              <a:gd name="connsiteY4" fmla="*/ 516022 h 516022"/>
              <a:gd name="connsiteX5" fmla="*/ 2951610 w 2951610"/>
              <a:gd name="connsiteY5" fmla="*/ 0 h 516022"/>
            </a:gdLst>
            <a:rect l="l" t="t" r="r" b="b"/>
            <a:pathLst>
              <a:path w="2951610" h="516022">
                <a:moveTo>
                  <a:pt x="2951610" y="0"/>
                </a:moveTo>
                <a:lnTo>
                  <a:pt x="0" y="0"/>
                </a:lnTo>
                <a:lnTo>
                  <a:pt x="258011" y="258011"/>
                </a:lnTo>
                <a:lnTo>
                  <a:pt x="0" y="516022"/>
                </a:lnTo>
                <a:lnTo>
                  <a:pt x="2951610" y="516022"/>
                </a:lnTo>
                <a:lnTo>
                  <a:pt x="295161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8" name="三角形 17">
            <a:extLst xmlns:a="http://schemas.openxmlformats.org/drawingml/2006/main">
              <a:ext uri="{FF2B5EF4-FFF2-40B4-BE49-F238E27FC236}">
                <a16:creationId xmlns:a16="http://schemas.microsoft.com/office/drawing/2014/main" id="{534362A7-B7A1-1866-1DE6-83F1E532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4924" y="2129676"/>
            <a:ext cx="211015" cy="169597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CBEE546C-A0FB-48CE-CAF2-4142E37E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327" y="2357229"/>
            <a:ext cx="3429000" cy="377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/>
            </a:defPPr>
            <a:lvl1pPr>
              <a:defRPr sz="1875"/>
            </a:lvl1pPr>
            <a:lvl2pPr>
              <a:defRPr sz="1875"/>
            </a:lvl2pPr>
            <a:lvl3pPr>
              <a:defRPr sz="1875"/>
            </a:lvl3pPr>
            <a:lvl4pPr>
              <a:defRPr sz="1875"/>
            </a:lvl4pPr>
            <a:lvl5pPr>
              <a:defRPr sz="1875"/>
            </a:lvl5pPr>
            <a:lvl6pPr>
              <a:defRPr sz="1875"/>
            </a:lvl6pPr>
            <a:lvl7pPr>
              <a:defRPr sz="1875"/>
            </a:lvl7pPr>
            <a:lvl8pPr>
              <a:defRPr sz="1875"/>
            </a:lvl8pPr>
            <a:lvl9pPr>
              <a:defRPr sz="1875"/>
            </a:lvl9pPr>
          </a:lstStyle>
          <a:p xmlns:a="http://schemas.openxmlformats.org/drawingml/2006/main">
            <a:r>
              <a:rPr sz="1875" b="1">
                <a:solidFill>
                  <a:schemeClr val="bg1"/>
                </a:solidFill>
                <a:latin typeface="Microsoft YaHei Semibold"/>
                <a:ea typeface="Microsoft YaHei Semibold"/>
                <a:cs typeface="Microsoft YaHei Semibold"/>
              </a:rPr>
              <a:t>模型协议层级</a:t>
            </a:r>
          </a:p>
        </p:txBody>
      </p:sp>
      <p:sp>
        <p:nvSpPr>
          <p:cNvPr id="20" name="Text Box 13">
            <a:extLst xmlns:a="http://schemas.openxmlformats.org/drawingml/2006/main">
              <a:ext uri="{FF2B5EF4-FFF2-40B4-BE49-F238E27FC236}">
                <a16:creationId xmlns:a16="http://schemas.microsoft.com/office/drawing/2014/main" id="{0C3562D0-823E-147A-7CE8-46FFE7F9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327" y="2914223"/>
            <a:ext cx="397565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/>
            </a:defPPr>
            <a:lvl1pPr>
              <a:lnSpc>
                <a:spcPct val="130000"/>
              </a:lnSpc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 Semibold"/>
                <a:ea typeface="Microsoft YaHei Semibold"/>
                <a:cs typeface="Microsoft YaHei Semibold"/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 xmlns:a="http://schemas.openxmlformats.org/drawingml/2006/main">
            <a:r>
              <a:rPr sz="1575">
                <a:solidFill>
                  <a:schemeClr val="tx1">
                    <a:lumMod val="65000"/>
                    <a:lumOff val="35000"/>
                  </a:schemeClr>
                </a:solidFill>
              </a:rPr>
              <a:t>仅归位误嵌套的 reason 字段，保留原始返回与适配标记，并测试适配范围。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CAC67E3-D755-12BB-20D3-8311DDBE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463" y="4406272"/>
            <a:ext cx="4429612" cy="18652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任意形状 22">
            <a:extLst xmlns:a="http://schemas.openxmlformats.org/drawingml/2006/main">
              <a:ext uri="{FF2B5EF4-FFF2-40B4-BE49-F238E27FC236}">
                <a16:creationId xmlns:a16="http://schemas.microsoft.com/office/drawing/2014/main" id="{86109899-C3D5-9260-4944-9EBD9CAC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76447" y="4575869"/>
            <a:ext cx="2951610" cy="516022"/>
          </a:xfrm>
          <a:custGeom xmlns:a="http://schemas.openxmlformats.org/drawingml/2006/main">
            <a:gdLst>
              <a:gd name="connsiteX0" fmla="*/ 2951610 w 2951610"/>
              <a:gd name="connsiteY0" fmla="*/ 0 h 516022"/>
              <a:gd name="connsiteX1" fmla="*/ 0 w 2951610"/>
              <a:gd name="connsiteY1" fmla="*/ 0 h 516022"/>
              <a:gd name="connsiteX2" fmla="*/ 258011 w 2951610"/>
              <a:gd name="connsiteY2" fmla="*/ 258011 h 516022"/>
              <a:gd name="connsiteX3" fmla="*/ 0 w 2951610"/>
              <a:gd name="connsiteY3" fmla="*/ 516022 h 516022"/>
              <a:gd name="connsiteX4" fmla="*/ 2951610 w 2951610"/>
              <a:gd name="connsiteY4" fmla="*/ 516022 h 516022"/>
              <a:gd name="connsiteX5" fmla="*/ 2951610 w 2951610"/>
              <a:gd name="connsiteY5" fmla="*/ 0 h 516022"/>
            </a:gdLst>
            <a:rect l="l" t="t" r="r" b="b"/>
            <a:pathLst>
              <a:path w="2951610" h="516022">
                <a:moveTo>
                  <a:pt x="2951610" y="0"/>
                </a:moveTo>
                <a:lnTo>
                  <a:pt x="0" y="0"/>
                </a:lnTo>
                <a:lnTo>
                  <a:pt x="258011" y="258011"/>
                </a:lnTo>
                <a:lnTo>
                  <a:pt x="0" y="516022"/>
                </a:lnTo>
                <a:lnTo>
                  <a:pt x="2951610" y="516022"/>
                </a:lnTo>
                <a:lnTo>
                  <a:pt x="295161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1" name="三角形 23">
            <a:extLst xmlns:a="http://schemas.openxmlformats.org/drawingml/2006/main">
              <a:ext uri="{FF2B5EF4-FFF2-40B4-BE49-F238E27FC236}">
                <a16:creationId xmlns:a16="http://schemas.microsoft.com/office/drawing/2014/main" id="{F3D497C5-E1A6-439B-D2D0-90265CF6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447" y="4406272"/>
            <a:ext cx="211015" cy="169597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E0262354-9520-95E5-A9AC-436EA917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50" y="4633825"/>
            <a:ext cx="3429000" cy="377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/>
            </a:defPPr>
            <a:lvl1pPr>
              <a:defRPr sz="1875"/>
            </a:lvl1pPr>
            <a:lvl2pPr>
              <a:defRPr sz="1875"/>
            </a:lvl2pPr>
            <a:lvl3pPr>
              <a:defRPr sz="1875"/>
            </a:lvl3pPr>
            <a:lvl4pPr>
              <a:defRPr sz="1875"/>
            </a:lvl4pPr>
            <a:lvl5pPr>
              <a:defRPr sz="1875"/>
            </a:lvl5pPr>
            <a:lvl6pPr>
              <a:defRPr sz="1875"/>
            </a:lvl6pPr>
            <a:lvl7pPr>
              <a:defRPr sz="1875"/>
            </a:lvl7pPr>
            <a:lvl8pPr>
              <a:defRPr sz="1875"/>
            </a:lvl8pPr>
            <a:lvl9pPr>
              <a:defRPr sz="1875"/>
            </a:lvl9pPr>
          </a:lstStyle>
          <a:p xmlns:a="http://schemas.openxmlformats.org/drawingml/2006/main">
            <a:r>
              <a:rPr sz="1875" b="1">
                <a:solidFill>
                  <a:schemeClr val="bg1"/>
                </a:solidFill>
                <a:latin typeface="Microsoft YaHei Semibold"/>
                <a:ea typeface="Microsoft YaHei Semibold"/>
                <a:cs typeface="Microsoft YaHei Semibold"/>
              </a:rPr>
              <a:t>空响应处理</a:t>
            </a:r>
          </a:p>
        </p:txBody>
      </p:sp>
      <p:sp>
        <p:nvSpPr>
          <p:cNvPr id="14" name="Text Box 13">
            <a:extLst xmlns:a="http://schemas.openxmlformats.org/drawingml/2006/main">
              <a:ext uri="{FF2B5EF4-FFF2-40B4-BE49-F238E27FC236}">
                <a16:creationId xmlns:a16="http://schemas.microsoft.com/office/drawing/2014/main" id="{AA1E3DC0-BD3C-DB71-1CF5-7C707042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50" y="5190819"/>
            <a:ext cx="397565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/>
            </a:defPPr>
            <a:lvl1pPr>
              <a:lnSpc>
                <a:spcPct val="130000"/>
              </a:lnSpc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 Semibold"/>
                <a:ea typeface="Microsoft YaHei Semibold"/>
                <a:cs typeface="Microsoft YaHei Semibold"/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 xmlns:a="http://schemas.openxmlformats.org/drawingml/2006/main">
            <a:r>
              <a:rPr sz="1575">
                <a:solidFill>
                  <a:schemeClr val="tx1">
                    <a:lumMod val="65000"/>
                    <a:lumOff val="35000"/>
                  </a:schemeClr>
                </a:solidFill>
              </a:rPr>
              <a:t>模型返回空 content 时转为明确的 ModelError，避免未捕获异常。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D98793A-1A7A-4ADE-A566-06605932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940" y="4406272"/>
            <a:ext cx="4429612" cy="18652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任意形状 28">
            <a:extLst xmlns:a="http://schemas.openxmlformats.org/drawingml/2006/main">
              <a:ext uri="{FF2B5EF4-FFF2-40B4-BE49-F238E27FC236}">
                <a16:creationId xmlns:a16="http://schemas.microsoft.com/office/drawing/2014/main" id="{CB13B850-BCB3-4803-AC2F-EEAB029A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4924" y="4575869"/>
            <a:ext cx="2951610" cy="516022"/>
          </a:xfrm>
          <a:custGeom xmlns:a="http://schemas.openxmlformats.org/drawingml/2006/main">
            <a:gdLst>
              <a:gd name="connsiteX0" fmla="*/ 2951610 w 2951610"/>
              <a:gd name="connsiteY0" fmla="*/ 0 h 516022"/>
              <a:gd name="connsiteX1" fmla="*/ 0 w 2951610"/>
              <a:gd name="connsiteY1" fmla="*/ 0 h 516022"/>
              <a:gd name="connsiteX2" fmla="*/ 258011 w 2951610"/>
              <a:gd name="connsiteY2" fmla="*/ 258011 h 516022"/>
              <a:gd name="connsiteX3" fmla="*/ 0 w 2951610"/>
              <a:gd name="connsiteY3" fmla="*/ 516022 h 516022"/>
              <a:gd name="connsiteX4" fmla="*/ 2951610 w 2951610"/>
              <a:gd name="connsiteY4" fmla="*/ 516022 h 516022"/>
              <a:gd name="connsiteX5" fmla="*/ 2951610 w 2951610"/>
              <a:gd name="connsiteY5" fmla="*/ 0 h 516022"/>
            </a:gdLst>
            <a:rect l="l" t="t" r="r" b="b"/>
            <a:pathLst>
              <a:path w="2951610" h="516022">
                <a:moveTo>
                  <a:pt x="2951610" y="0"/>
                </a:moveTo>
                <a:lnTo>
                  <a:pt x="0" y="0"/>
                </a:lnTo>
                <a:lnTo>
                  <a:pt x="258011" y="258011"/>
                </a:lnTo>
                <a:lnTo>
                  <a:pt x="0" y="516022"/>
                </a:lnTo>
                <a:lnTo>
                  <a:pt x="2951610" y="516022"/>
                </a:lnTo>
                <a:lnTo>
                  <a:pt x="295161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74" name="三角形 29">
            <a:extLst xmlns:a="http://schemas.openxmlformats.org/drawingml/2006/main">
              <a:ext uri="{FF2B5EF4-FFF2-40B4-BE49-F238E27FC236}">
                <a16:creationId xmlns:a16="http://schemas.microsoft.com/office/drawing/2014/main" id="{C4632D62-CAB4-442E-E531-6FC05BFF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4924" y="4406272"/>
            <a:ext cx="211015" cy="169597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5" name="文本框 74">
            <a:extLst xmlns:a="http://schemas.openxmlformats.org/drawingml/2006/main">
              <a:ext uri="{FF2B5EF4-FFF2-40B4-BE49-F238E27FC236}">
                <a16:creationId xmlns:a16="http://schemas.microsoft.com/office/drawing/2014/main" id="{ABC6ACCB-DAC9-D73C-8A89-13E7C015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327" y="4633825"/>
            <a:ext cx="3429000" cy="377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/>
            </a:defPPr>
            <a:lvl1pPr>
              <a:defRPr sz="1875"/>
            </a:lvl1pPr>
            <a:lvl2pPr>
              <a:defRPr sz="1875"/>
            </a:lvl2pPr>
            <a:lvl3pPr>
              <a:defRPr sz="1875"/>
            </a:lvl3pPr>
            <a:lvl4pPr>
              <a:defRPr sz="1875"/>
            </a:lvl4pPr>
            <a:lvl5pPr>
              <a:defRPr sz="1875"/>
            </a:lvl5pPr>
            <a:lvl6pPr>
              <a:defRPr sz="1875"/>
            </a:lvl6pPr>
            <a:lvl7pPr>
              <a:defRPr sz="1875"/>
            </a:lvl7pPr>
            <a:lvl8pPr>
              <a:defRPr sz="1875"/>
            </a:lvl8pPr>
            <a:lvl9pPr>
              <a:defRPr sz="1875"/>
            </a:lvl9pPr>
          </a:lstStyle>
          <a:p xmlns:a="http://schemas.openxmlformats.org/drawingml/2006/main">
            <a:r>
              <a:rPr sz="1875" b="1">
                <a:solidFill>
                  <a:schemeClr val="bg1"/>
                </a:solidFill>
                <a:latin typeface="Microsoft YaHei Semibold"/>
                <a:ea typeface="Microsoft YaHei Semibold"/>
                <a:cs typeface="Microsoft YaHei Semibold"/>
              </a:rPr>
              <a:t>规则结构校验</a:t>
            </a:r>
          </a:p>
        </p:txBody>
      </p:sp>
      <p:sp>
        <p:nvSpPr>
          <p:cNvPr id="32" name="Text Box 13">
            <a:extLst xmlns:a="http://schemas.openxmlformats.org/drawingml/2006/main">
              <a:ext uri="{FF2B5EF4-FFF2-40B4-BE49-F238E27FC236}">
                <a16:creationId xmlns:a16="http://schemas.microsoft.com/office/drawing/2014/main" id="{00284F68-0557-1EA6-E92C-FB727396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327" y="5190819"/>
            <a:ext cx="397565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/>
            </a:defPPr>
            <a:lvl1pPr>
              <a:lnSpc>
                <a:spcPct val="130000"/>
              </a:lnSpc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 Semibold"/>
                <a:ea typeface="Microsoft YaHei Semibold"/>
                <a:cs typeface="Microsoft YaHei Semibold"/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 xmlns:a="http://schemas.openxmlformats.org/drawingml/2006/main">
            <a:r>
              <a:rPr sz="1575">
                <a:solidFill>
                  <a:schemeClr val="tx1">
                    <a:lumMod val="65000"/>
                    <a:lumOff val="35000"/>
                  </a:schemeClr>
                </a:solidFill>
              </a:rPr>
              <a:t>校验规则数组、对象、字段及重复 ID。先复现问题，再新增 2 项回归测试。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7C6BA7B-F3F1-8CB4-3F5A-60EB450B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矩形: 圆角 33">
            <a:extLst xmlns:a="http://schemas.openxmlformats.org/drawingml/2006/main">
              <a:ext uri="{FF2B5EF4-FFF2-40B4-BE49-F238E27FC236}">
                <a16:creationId xmlns:a16="http://schemas.microsoft.com/office/drawing/2014/main" id="{5E98C661-FB9A-0A97-4C65-FAF88870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593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2BFC7EB-13FF-3CC8-FC2B-6287657E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76" name="文本框 75">
            <a:extLst xmlns:a="http://schemas.openxmlformats.org/drawingml/2006/main">
              <a:ext uri="{FF2B5EF4-FFF2-40B4-BE49-F238E27FC236}">
                <a16:creationId xmlns:a16="http://schemas.microsoft.com/office/drawing/2014/main" id="{5C006937-8ADB-54BB-AB47-6F7DD8C7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77" name="文本框 76">
            <a:extLst xmlns:a="http://schemas.openxmlformats.org/drawingml/2006/main">
              <a:ext uri="{FF2B5EF4-FFF2-40B4-BE49-F238E27FC236}">
                <a16:creationId xmlns:a16="http://schemas.microsoft.com/office/drawing/2014/main" id="{7CE518BD-BFD9-4C82-8D6C-9C151CCB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78" name="文本框 77">
            <a:extLst xmlns:a="http://schemas.openxmlformats.org/drawingml/2006/main">
              <a:ext uri="{FF2B5EF4-FFF2-40B4-BE49-F238E27FC236}">
                <a16:creationId xmlns:a16="http://schemas.microsoft.com/office/drawing/2014/main" id="{1767B7C4-60AA-CD5E-6365-866DC579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79" name="文本框 78">
            <a:extLst xmlns:a="http://schemas.openxmlformats.org/drawingml/2006/main">
              <a:ext uri="{FF2B5EF4-FFF2-40B4-BE49-F238E27FC236}">
                <a16:creationId xmlns:a16="http://schemas.microsoft.com/office/drawing/2014/main" id="{8BC95500-EE7C-87C6-2679-029618DB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81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55C1ABD2-6EE7-443A-9D2F-C2FA4782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4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16EE8E0B-9956-90A8-33FA-2E6F546B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5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1F1A0700-6D83-7A05-8D9A-E6DFD44B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8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9DB47ECD-9C3E-4600-1BE1-2E12207F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9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47C7C5A5-325A-02F2-7C2B-20411DB3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3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6F40009F-78B5-0E25-5A1A-0EBBB511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76F15A9-436B-4575-A3E6-886FD7D5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保留实际失败，再通过回归验证修复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0C03B8D-9B43-43D6-8101-6233F507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877809535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C179E-B520-6DAB-CB3A-B25D8BFB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17EFE248-3578-3BA5-88D8-2E712367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593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文本框 65">
            <a:extLst xmlns:a="http://schemas.openxmlformats.org/drawingml/2006/main">
              <a:ext uri="{FF2B5EF4-FFF2-40B4-BE49-F238E27FC236}">
                <a16:creationId xmlns:a16="http://schemas.microsoft.com/office/drawing/2014/main" id="{A3EA53CD-CD5E-08D4-2722-8265A42F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67" name="文本框 66">
            <a:extLst xmlns:a="http://schemas.openxmlformats.org/drawingml/2006/main">
              <a:ext uri="{FF2B5EF4-FFF2-40B4-BE49-F238E27FC236}">
                <a16:creationId xmlns:a16="http://schemas.microsoft.com/office/drawing/2014/main" id="{A05A0946-9D04-E63B-EF2D-0E593BB7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68" name="文本框 67">
            <a:extLst xmlns:a="http://schemas.openxmlformats.org/drawingml/2006/main">
              <a:ext uri="{FF2B5EF4-FFF2-40B4-BE49-F238E27FC236}">
                <a16:creationId xmlns:a16="http://schemas.microsoft.com/office/drawing/2014/main" id="{C422F959-8C36-F903-42EE-B700D126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69" name="文本框 68">
            <a:extLst xmlns:a="http://schemas.openxmlformats.org/drawingml/2006/main">
              <a:ext uri="{FF2B5EF4-FFF2-40B4-BE49-F238E27FC236}">
                <a16:creationId xmlns:a16="http://schemas.microsoft.com/office/drawing/2014/main" id="{4BB1C8A4-5604-B09B-CE6F-9D53953B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70" name="文本框 69">
            <a:extLst xmlns:a="http://schemas.openxmlformats.org/drawingml/2006/main">
              <a:ext uri="{FF2B5EF4-FFF2-40B4-BE49-F238E27FC236}">
                <a16:creationId xmlns:a16="http://schemas.microsoft.com/office/drawing/2014/main" id="{32C36DF5-E387-3205-AC1F-548C96AF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71" name="文本框 70">
            <a:extLst xmlns:a="http://schemas.openxmlformats.org/drawingml/2006/main">
              <a:ext uri="{FF2B5EF4-FFF2-40B4-BE49-F238E27FC236}">
                <a16:creationId xmlns:a16="http://schemas.microsoft.com/office/drawing/2014/main" id="{6B4BB1F7-90CC-2210-BE2B-4E6289E6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交互功能验证结果</a:t>
            </a:r>
          </a:p>
        </p:txBody>
      </p:sp>
      <p:sp>
        <p:nvSpPr>
          <p:cNvPr id="72" name="直接连接符 71">
            <a:extLst xmlns:a="http://schemas.openxmlformats.org/drawingml/2006/main">
              <a:ext uri="{FF2B5EF4-FFF2-40B4-BE49-F238E27FC236}">
                <a16:creationId xmlns:a16="http://schemas.microsoft.com/office/drawing/2014/main" id="{33E72C39-AF70-46B0-8469-BBFC8E14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5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B7DC45AD-5834-A9B9-8B5C-6A4AD86A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8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F145B53B-41A8-A8F4-D53C-186FC409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5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E167F9DE-84C3-E8CA-0B04-7D33BE7D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4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697A32E6-5719-3B67-0056-05480129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2E962859-A691-AB18-B7A1-A006821D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7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87C525E6-8605-FB39-2348-09893A5C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AE287F56-A3CC-4D0A-AFED-A2A37155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当前工程测试与聊天机制验证，和历史真实CLI证据分别报告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7DDCFA22-52CE-4391-9743-258B4F7F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graphicFrame>
        <p:nvGraphicFrame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51E176AB-5C16-433E-AE43-3479B689EA75}"/>
              </a:ext>
            </a:extLst>
          </p:cNvPr>
          <p:cNvGraphicFramePr/>
          <p:nvPr/>
        </p:nvGraphicFramePr>
        <p:xfrm>
          <a:off xmlns:a="http://schemas.openxmlformats.org/drawingml/2006/main" x="674751" y="2152650"/>
          <a:ext xmlns:a="http://schemas.openxmlformats.org/drawingml/2006/main" cx="10842498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52973"/>
                <a:gridCol w="3200043"/>
                <a:gridCol w="5289483"/>
              </a:tblGrid>
              <a:tr h="5794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验证层次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实际记录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覆盖范围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全套工程测试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67项通过，本次重新运行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会话隔离、输入校验、改稿复检、HTTP与恢复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离线对话验收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6/6通过，5次Agent产物审计通过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补参、生成、缩短、拒绝不支持改写、补资料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原CLI离线回归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11/11通过并审计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新增对话层未破坏原业务核心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浏览器操作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桌面与390px宽度检查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刷新、下载、文本安全、模式切换失败处理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真实聊天评测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尚未系统完成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用户已有试用反馈；不能引用旧CLI结果替代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8CD55973-D419-4B57-8458-425B3C64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B54928"/>
                </a:solidFill>
                <a:latin typeface="Microsoft YaHei"/>
                <a:ea typeface="Microsoft YaHei"/>
                <a:cs typeface="Microsoft YaHei"/>
              </a:rPr>
              <a:t>开发期真实缺密钥记录保留；当前已配置密钥，仍需实际效果评测</a:t>
            </a:r>
          </a:p>
        </p:txBody>
      </p:sp>
    </p:spTree>
    <p:extLst>
      <p:ext uri="{BB962C8B-B14F-4D97-AF65-F5344CB8AC3E}">
        <p14:creationId xmlns:p14="http://schemas.microsoft.com/office/powerpoint/2010/main" val="405501621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任意多边形: 形状 1">
            <a:extLst xmlns:a="http://schemas.openxmlformats.org/drawingml/2006/main">
              <a:ext uri="{FF2B5EF4-FFF2-40B4-BE49-F238E27FC236}">
                <a16:creationId xmlns:a16="http://schemas.microsoft.com/office/drawing/2014/main" id="{4E86CAD4-0FD9-C36C-8393-5BD67B26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781" y="0"/>
            <a:ext cx="3178439" cy="1531254"/>
          </a:xfrm>
          <a:custGeom xmlns:a="http://schemas.openxmlformats.org/drawingml/2006/main">
            <a:gdLst>
              <a:gd name="connsiteX0" fmla="*/ 0 w 3178439"/>
              <a:gd name="connsiteY0" fmla="*/ 0 h 1531254"/>
              <a:gd name="connsiteX1" fmla="*/ 3178439 w 3178439"/>
              <a:gd name="connsiteY1" fmla="*/ 0 h 1531254"/>
              <a:gd name="connsiteX2" fmla="*/ 3178439 w 3178439"/>
              <a:gd name="connsiteY2" fmla="*/ 836280 h 1531254"/>
              <a:gd name="connsiteX3" fmla="*/ 3115045 w 3178439"/>
              <a:gd name="connsiteY3" fmla="*/ 902435 h 1531254"/>
              <a:gd name="connsiteX4" fmla="*/ 1589219 w 3178439"/>
              <a:gd name="connsiteY4" fmla="*/ 1531254 h 1531254"/>
              <a:gd name="connsiteX5" fmla="*/ 63392 w 3178439"/>
              <a:gd name="connsiteY5" fmla="*/ 902435 h 1531254"/>
              <a:gd name="connsiteX6" fmla="*/ 0 w 3178439"/>
              <a:gd name="connsiteY6" fmla="*/ 836281 h 1531254"/>
            </a:gdLst>
            <a:rect l="l" t="t" r="r" b="b"/>
            <a:pathLst>
              <a:path w="3178439" h="1531254">
                <a:moveTo>
                  <a:pt x="0" y="0"/>
                </a:moveTo>
                <a:lnTo>
                  <a:pt x="3178439" y="0"/>
                </a:lnTo>
                <a:lnTo>
                  <a:pt x="3178439" y="836280"/>
                </a:lnTo>
                <a:lnTo>
                  <a:pt x="3115045" y="902435"/>
                </a:lnTo>
                <a:cubicBezTo>
                  <a:pt x="2724552" y="1290951"/>
                  <a:pt x="2185091" y="1531254"/>
                  <a:pt x="1589219" y="1531254"/>
                </a:cubicBezTo>
                <a:cubicBezTo>
                  <a:pt x="993346" y="1531254"/>
                  <a:pt x="453885" y="1290951"/>
                  <a:pt x="63392" y="902435"/>
                </a:cubicBezTo>
                <a:lnTo>
                  <a:pt x="0" y="836281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95B71D6-B522-ED47-18D2-3AD44CF8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866" y="3136613"/>
            <a:ext cx="2980268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6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8694C8-CA64-B9B5-1433-1B615165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4325"/>
            <a:ext cx="12192000" cy="223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BF0EE58A-0017-EC20-B926-BCE0591A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87173" y="356800"/>
            <a:ext cx="817654" cy="81765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60D07522-95F6-449A-D365-15842C79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13750" y="442462"/>
            <a:ext cx="136450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伍</a:t>
            </a:r>
          </a:p>
        </p:txBody>
      </p:sp>
      <p:sp>
        <p:nvSpPr>
          <p:cNvPr id="9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A5B1A87F-6276-85B6-C49F-8167343A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C615BC81-93AF-42AF-494C-FE41B70A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172DB5F0-01F5-6FD0-F5CF-7238A547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48F5D501-DAA1-5549-F614-134EE92A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A3194DEE-C466-3693-3366-2C5DEE42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C671B618-52D8-7C3D-1F1B-FF77FDA7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8765042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E04339A-5418-4C61-E562-639765E3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已知限制与下一步</a:t>
            </a:r>
          </a:p>
        </p:txBody>
      </p:sp>
      <p:sp>
        <p:nvSpPr>
          <p:cNvPr id="87" name="直接连接符 86">
            <a:extLst xmlns:a="http://schemas.openxmlformats.org/drawingml/2006/main">
              <a:ext uri="{FF2B5EF4-FFF2-40B4-BE49-F238E27FC236}">
                <a16:creationId xmlns:a16="http://schemas.microsoft.com/office/drawing/2014/main" id="{0915CBF4-6F28-44C5-BECC-9F722FFD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58993DB-6C8B-9F76-3B8D-5ABD6895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463" y="2129676"/>
            <a:ext cx="4429612" cy="18652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任意形状 7">
            <a:extLst xmlns:a="http://schemas.openxmlformats.org/drawingml/2006/main">
              <a:ext uri="{FF2B5EF4-FFF2-40B4-BE49-F238E27FC236}">
                <a16:creationId xmlns:a16="http://schemas.microsoft.com/office/drawing/2014/main" id="{2EC58E9E-2693-0CB9-F2D3-B76AC9B6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76447" y="2299273"/>
            <a:ext cx="2951610" cy="516022"/>
          </a:xfrm>
          <a:custGeom xmlns:a="http://schemas.openxmlformats.org/drawingml/2006/main">
            <a:gdLst>
              <a:gd name="connsiteX0" fmla="*/ 2951610 w 2951610"/>
              <a:gd name="connsiteY0" fmla="*/ 0 h 516022"/>
              <a:gd name="connsiteX1" fmla="*/ 0 w 2951610"/>
              <a:gd name="connsiteY1" fmla="*/ 0 h 516022"/>
              <a:gd name="connsiteX2" fmla="*/ 258011 w 2951610"/>
              <a:gd name="connsiteY2" fmla="*/ 258011 h 516022"/>
              <a:gd name="connsiteX3" fmla="*/ 0 w 2951610"/>
              <a:gd name="connsiteY3" fmla="*/ 516022 h 516022"/>
              <a:gd name="connsiteX4" fmla="*/ 2951610 w 2951610"/>
              <a:gd name="connsiteY4" fmla="*/ 516022 h 516022"/>
              <a:gd name="connsiteX5" fmla="*/ 2951610 w 2951610"/>
              <a:gd name="connsiteY5" fmla="*/ 0 h 516022"/>
            </a:gdLst>
            <a:rect l="l" t="t" r="r" b="b"/>
            <a:pathLst>
              <a:path w="2951610" h="516022">
                <a:moveTo>
                  <a:pt x="2951610" y="0"/>
                </a:moveTo>
                <a:lnTo>
                  <a:pt x="0" y="0"/>
                </a:lnTo>
                <a:lnTo>
                  <a:pt x="258011" y="258011"/>
                </a:lnTo>
                <a:lnTo>
                  <a:pt x="0" y="516022"/>
                </a:lnTo>
                <a:lnTo>
                  <a:pt x="2951610" y="516022"/>
                </a:lnTo>
                <a:lnTo>
                  <a:pt x="295161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三角形 8">
            <a:extLst xmlns:a="http://schemas.openxmlformats.org/drawingml/2006/main">
              <a:ext uri="{FF2B5EF4-FFF2-40B4-BE49-F238E27FC236}">
                <a16:creationId xmlns:a16="http://schemas.microsoft.com/office/drawing/2014/main" id="{02C5622E-D310-6880-7C22-895930D9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447" y="2129676"/>
            <a:ext cx="211015" cy="169597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A37CDE9F-4440-33DD-E648-11FCD1E4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50" y="2357229"/>
            <a:ext cx="3429000" cy="377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/>
            </a:defPPr>
            <a:lvl1pPr>
              <a:defRPr sz="1875"/>
            </a:lvl1pPr>
            <a:lvl2pPr>
              <a:defRPr sz="1875"/>
            </a:lvl2pPr>
            <a:lvl3pPr>
              <a:defRPr sz="1875"/>
            </a:lvl3pPr>
            <a:lvl4pPr>
              <a:defRPr sz="1875"/>
            </a:lvl4pPr>
            <a:lvl5pPr>
              <a:defRPr sz="1875"/>
            </a:lvl5pPr>
            <a:lvl6pPr>
              <a:defRPr sz="1875"/>
            </a:lvl6pPr>
            <a:lvl7pPr>
              <a:defRPr sz="1875"/>
            </a:lvl7pPr>
            <a:lvl8pPr>
              <a:defRPr sz="1875"/>
            </a:lvl8pPr>
            <a:lvl9pPr>
              <a:defRPr sz="1875"/>
            </a:lvl9pPr>
          </a:lstStyle>
          <a:p xmlns:a="http://schemas.openxmlformats.org/drawingml/2006/main">
            <a:r>
              <a:rPr sz="1875" b="1">
                <a:solidFill>
                  <a:schemeClr val="bg1"/>
                </a:solidFill>
                <a:latin typeface="Microsoft YaHei Semibold"/>
                <a:ea typeface="Microsoft YaHei Semibold"/>
                <a:cs typeface="Microsoft YaHei Semibold"/>
              </a:rPr>
              <a:t>独立事实复核</a:t>
            </a:r>
          </a:p>
        </p:txBody>
      </p:sp>
      <p:sp>
        <p:nvSpPr>
          <p:cNvPr id="12" name="Text Box 13">
            <a:extLst xmlns:a="http://schemas.openxmlformats.org/drawingml/2006/main">
              <a:ext uri="{FF2B5EF4-FFF2-40B4-BE49-F238E27FC236}">
                <a16:creationId xmlns:a16="http://schemas.microsoft.com/office/drawing/2014/main" id="{F1B6CD76-F0CB-6746-AEB5-F87D04EF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50" y="2914223"/>
            <a:ext cx="397565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/>
            </a:defPPr>
            <a:lvl1pPr>
              <a:lnSpc>
                <a:spcPct val="130000"/>
              </a:lnSpc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 Semibold"/>
                <a:ea typeface="Microsoft YaHei Semibold"/>
                <a:cs typeface="Microsoft YaHei Semibold"/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 xmlns:a="http://schemas.openxmlformats.org/drawingml/2006/main">
            <a:r>
              <a:rPr sz="1575">
                <a:solidFill>
                  <a:schemeClr val="tx1">
                    <a:lumMod val="65000"/>
                    <a:lumOff val="35000"/>
                  </a:schemeClr>
                </a:solidFill>
              </a:rPr>
              <a:t>邀请具名外部评审，加入无据断言、否定能力和产品版本冲突反例。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2E73081-7D4D-C2A8-9FDB-BC6000E0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940" y="2129676"/>
            <a:ext cx="4429612" cy="18652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任意形状 16">
            <a:extLst xmlns:a="http://schemas.openxmlformats.org/drawingml/2006/main">
              <a:ext uri="{FF2B5EF4-FFF2-40B4-BE49-F238E27FC236}">
                <a16:creationId xmlns:a16="http://schemas.microsoft.com/office/drawing/2014/main" id="{5DC268B2-95A0-34A6-046C-9C224B54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4924" y="2299273"/>
            <a:ext cx="2951610" cy="516022"/>
          </a:xfrm>
          <a:custGeom xmlns:a="http://schemas.openxmlformats.org/drawingml/2006/main">
            <a:gdLst>
              <a:gd name="connsiteX0" fmla="*/ 2951610 w 2951610"/>
              <a:gd name="connsiteY0" fmla="*/ 0 h 516022"/>
              <a:gd name="connsiteX1" fmla="*/ 0 w 2951610"/>
              <a:gd name="connsiteY1" fmla="*/ 0 h 516022"/>
              <a:gd name="connsiteX2" fmla="*/ 258011 w 2951610"/>
              <a:gd name="connsiteY2" fmla="*/ 258011 h 516022"/>
              <a:gd name="connsiteX3" fmla="*/ 0 w 2951610"/>
              <a:gd name="connsiteY3" fmla="*/ 516022 h 516022"/>
              <a:gd name="connsiteX4" fmla="*/ 2951610 w 2951610"/>
              <a:gd name="connsiteY4" fmla="*/ 516022 h 516022"/>
              <a:gd name="connsiteX5" fmla="*/ 2951610 w 2951610"/>
              <a:gd name="connsiteY5" fmla="*/ 0 h 516022"/>
            </a:gdLst>
            <a:rect l="l" t="t" r="r" b="b"/>
            <a:pathLst>
              <a:path w="2951610" h="516022">
                <a:moveTo>
                  <a:pt x="2951610" y="0"/>
                </a:moveTo>
                <a:lnTo>
                  <a:pt x="0" y="0"/>
                </a:lnTo>
                <a:lnTo>
                  <a:pt x="258011" y="258011"/>
                </a:lnTo>
                <a:lnTo>
                  <a:pt x="0" y="516022"/>
                </a:lnTo>
                <a:lnTo>
                  <a:pt x="2951610" y="516022"/>
                </a:lnTo>
                <a:lnTo>
                  <a:pt x="295161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8" name="三角形 17">
            <a:extLst xmlns:a="http://schemas.openxmlformats.org/drawingml/2006/main">
              <a:ext uri="{FF2B5EF4-FFF2-40B4-BE49-F238E27FC236}">
                <a16:creationId xmlns:a16="http://schemas.microsoft.com/office/drawing/2014/main" id="{534362A7-B7A1-1866-1DE6-83F1E532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4924" y="2129676"/>
            <a:ext cx="211015" cy="169597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CBEE546C-A0FB-48CE-CAF2-4142E37E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327" y="2357229"/>
            <a:ext cx="3429000" cy="377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/>
            </a:defPPr>
            <a:lvl1pPr>
              <a:defRPr sz="1875"/>
            </a:lvl1pPr>
            <a:lvl2pPr>
              <a:defRPr sz="1875"/>
            </a:lvl2pPr>
            <a:lvl3pPr>
              <a:defRPr sz="1875"/>
            </a:lvl3pPr>
            <a:lvl4pPr>
              <a:defRPr sz="1875"/>
            </a:lvl4pPr>
            <a:lvl5pPr>
              <a:defRPr sz="1875"/>
            </a:lvl5pPr>
            <a:lvl6pPr>
              <a:defRPr sz="1875"/>
            </a:lvl6pPr>
            <a:lvl7pPr>
              <a:defRPr sz="1875"/>
            </a:lvl7pPr>
            <a:lvl8pPr>
              <a:defRPr sz="1875"/>
            </a:lvl8pPr>
            <a:lvl9pPr>
              <a:defRPr sz="1875"/>
            </a:lvl9pPr>
          </a:lstStyle>
          <a:p xmlns:a="http://schemas.openxmlformats.org/drawingml/2006/main">
            <a:r>
              <a:rPr sz="1875" b="1">
                <a:solidFill>
                  <a:schemeClr val="bg1"/>
                </a:solidFill>
                <a:latin typeface="Microsoft YaHei Semibold"/>
                <a:ea typeface="Microsoft YaHei Semibold"/>
                <a:cs typeface="Microsoft YaHei Semibold"/>
              </a:rPr>
              <a:t>最终版本真实复验</a:t>
            </a:r>
          </a:p>
        </p:txBody>
      </p:sp>
      <p:sp>
        <p:nvSpPr>
          <p:cNvPr id="20" name="Text Box 13">
            <a:extLst xmlns:a="http://schemas.openxmlformats.org/drawingml/2006/main">
              <a:ext uri="{FF2B5EF4-FFF2-40B4-BE49-F238E27FC236}">
                <a16:creationId xmlns:a16="http://schemas.microsoft.com/office/drawing/2014/main" id="{0C3562D0-823E-147A-7CE8-46FFE7F9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327" y="2914223"/>
            <a:ext cx="397565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/>
            </a:defPPr>
            <a:lvl1pPr>
              <a:lnSpc>
                <a:spcPct val="130000"/>
              </a:lnSpc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 Semibold"/>
                <a:ea typeface="Microsoft YaHei Semibold"/>
                <a:cs typeface="Microsoft YaHei Semibold"/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 xmlns:a="http://schemas.openxmlformats.org/drawingml/2006/main">
            <a:r>
              <a:rPr sz="1575">
                <a:solidFill>
                  <a:schemeClr val="tx1">
                    <a:lumMod val="65000"/>
                    <a:lumOff val="35000"/>
                  </a:schemeClr>
                </a:solidFill>
              </a:rPr>
              <a:t>配置已就绪；补做真实多轮生成、连续改稿与追问必要性评测。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CAC67E3-D755-12BB-20D3-8311DDBE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463" y="4406272"/>
            <a:ext cx="4429612" cy="18652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任意形状 22">
            <a:extLst xmlns:a="http://schemas.openxmlformats.org/drawingml/2006/main">
              <a:ext uri="{FF2B5EF4-FFF2-40B4-BE49-F238E27FC236}">
                <a16:creationId xmlns:a16="http://schemas.microsoft.com/office/drawing/2014/main" id="{86109899-C3D5-9260-4944-9EBD9CAC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76447" y="4575869"/>
            <a:ext cx="2951610" cy="516022"/>
          </a:xfrm>
          <a:custGeom xmlns:a="http://schemas.openxmlformats.org/drawingml/2006/main">
            <a:gdLst>
              <a:gd name="connsiteX0" fmla="*/ 2951610 w 2951610"/>
              <a:gd name="connsiteY0" fmla="*/ 0 h 516022"/>
              <a:gd name="connsiteX1" fmla="*/ 0 w 2951610"/>
              <a:gd name="connsiteY1" fmla="*/ 0 h 516022"/>
              <a:gd name="connsiteX2" fmla="*/ 258011 w 2951610"/>
              <a:gd name="connsiteY2" fmla="*/ 258011 h 516022"/>
              <a:gd name="connsiteX3" fmla="*/ 0 w 2951610"/>
              <a:gd name="connsiteY3" fmla="*/ 516022 h 516022"/>
              <a:gd name="connsiteX4" fmla="*/ 2951610 w 2951610"/>
              <a:gd name="connsiteY4" fmla="*/ 516022 h 516022"/>
              <a:gd name="connsiteX5" fmla="*/ 2951610 w 2951610"/>
              <a:gd name="connsiteY5" fmla="*/ 0 h 516022"/>
            </a:gdLst>
            <a:rect l="l" t="t" r="r" b="b"/>
            <a:pathLst>
              <a:path w="2951610" h="516022">
                <a:moveTo>
                  <a:pt x="2951610" y="0"/>
                </a:moveTo>
                <a:lnTo>
                  <a:pt x="0" y="0"/>
                </a:lnTo>
                <a:lnTo>
                  <a:pt x="258011" y="258011"/>
                </a:lnTo>
                <a:lnTo>
                  <a:pt x="0" y="516022"/>
                </a:lnTo>
                <a:lnTo>
                  <a:pt x="2951610" y="516022"/>
                </a:lnTo>
                <a:lnTo>
                  <a:pt x="295161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1" name="三角形 23">
            <a:extLst xmlns:a="http://schemas.openxmlformats.org/drawingml/2006/main">
              <a:ext uri="{FF2B5EF4-FFF2-40B4-BE49-F238E27FC236}">
                <a16:creationId xmlns:a16="http://schemas.microsoft.com/office/drawing/2014/main" id="{F3D497C5-E1A6-439B-D2D0-90265CF6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447" y="4406272"/>
            <a:ext cx="211015" cy="169597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E0262354-9520-95E5-A9AC-436EA917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50" y="4633825"/>
            <a:ext cx="3429000" cy="377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/>
            </a:defPPr>
            <a:lvl1pPr>
              <a:defRPr sz="1875"/>
            </a:lvl1pPr>
            <a:lvl2pPr>
              <a:defRPr sz="1875"/>
            </a:lvl2pPr>
            <a:lvl3pPr>
              <a:defRPr sz="1875"/>
            </a:lvl3pPr>
            <a:lvl4pPr>
              <a:defRPr sz="1875"/>
            </a:lvl4pPr>
            <a:lvl5pPr>
              <a:defRPr sz="1875"/>
            </a:lvl5pPr>
            <a:lvl6pPr>
              <a:defRPr sz="1875"/>
            </a:lvl6pPr>
            <a:lvl7pPr>
              <a:defRPr sz="1875"/>
            </a:lvl7pPr>
            <a:lvl8pPr>
              <a:defRPr sz="1875"/>
            </a:lvl8pPr>
            <a:lvl9pPr>
              <a:defRPr sz="1875"/>
            </a:lvl9pPr>
          </a:lstStyle>
          <a:p xmlns:a="http://schemas.openxmlformats.org/drawingml/2006/main">
            <a:r>
              <a:rPr sz="1875" b="1">
                <a:solidFill>
                  <a:schemeClr val="bg1"/>
                </a:solidFill>
                <a:latin typeface="Microsoft YaHei Semibold"/>
                <a:ea typeface="Microsoft YaHei Semibold"/>
                <a:cs typeface="Microsoft YaHei Semibold"/>
              </a:rPr>
              <a:t>时长与创作质量</a:t>
            </a:r>
          </a:p>
        </p:txBody>
      </p:sp>
      <p:sp>
        <p:nvSpPr>
          <p:cNvPr id="14" name="Text Box 13">
            <a:extLst xmlns:a="http://schemas.openxmlformats.org/drawingml/2006/main">
              <a:ext uri="{FF2B5EF4-FFF2-40B4-BE49-F238E27FC236}">
                <a16:creationId xmlns:a16="http://schemas.microsoft.com/office/drawing/2014/main" id="{AA1E3DC0-BD3C-DB71-1CF5-7C707042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50" y="5190819"/>
            <a:ext cx="397565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/>
            </a:defPPr>
            <a:lvl1pPr>
              <a:lnSpc>
                <a:spcPct val="130000"/>
              </a:lnSpc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 Semibold"/>
                <a:ea typeface="Microsoft YaHei Semibold"/>
                <a:cs typeface="Microsoft YaHei Semibold"/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 xmlns:a="http://schemas.openxmlformats.org/drawingml/2006/main">
            <a:r>
              <a:rPr sz="1575">
                <a:solidFill>
                  <a:schemeClr val="tx1">
                    <a:lumMod val="65000"/>
                    <a:lumOff val="35000"/>
                  </a:schemeClr>
                </a:solidFill>
              </a:rPr>
              <a:t>用真人配音校准估时，并测试时长区间、分镜可拍摄性与平台风格。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D98793A-1A7A-4ADE-A566-06605932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940" y="4406272"/>
            <a:ext cx="4429612" cy="18652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任意形状 28">
            <a:extLst xmlns:a="http://schemas.openxmlformats.org/drawingml/2006/main">
              <a:ext uri="{FF2B5EF4-FFF2-40B4-BE49-F238E27FC236}">
                <a16:creationId xmlns:a16="http://schemas.microsoft.com/office/drawing/2014/main" id="{CB13B850-BCB3-4803-AC2F-EEAB029A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4924" y="4575869"/>
            <a:ext cx="2951610" cy="516022"/>
          </a:xfrm>
          <a:custGeom xmlns:a="http://schemas.openxmlformats.org/drawingml/2006/main">
            <a:gdLst>
              <a:gd name="connsiteX0" fmla="*/ 2951610 w 2951610"/>
              <a:gd name="connsiteY0" fmla="*/ 0 h 516022"/>
              <a:gd name="connsiteX1" fmla="*/ 0 w 2951610"/>
              <a:gd name="connsiteY1" fmla="*/ 0 h 516022"/>
              <a:gd name="connsiteX2" fmla="*/ 258011 w 2951610"/>
              <a:gd name="connsiteY2" fmla="*/ 258011 h 516022"/>
              <a:gd name="connsiteX3" fmla="*/ 0 w 2951610"/>
              <a:gd name="connsiteY3" fmla="*/ 516022 h 516022"/>
              <a:gd name="connsiteX4" fmla="*/ 2951610 w 2951610"/>
              <a:gd name="connsiteY4" fmla="*/ 516022 h 516022"/>
              <a:gd name="connsiteX5" fmla="*/ 2951610 w 2951610"/>
              <a:gd name="connsiteY5" fmla="*/ 0 h 516022"/>
            </a:gdLst>
            <a:rect l="l" t="t" r="r" b="b"/>
            <a:pathLst>
              <a:path w="2951610" h="516022">
                <a:moveTo>
                  <a:pt x="2951610" y="0"/>
                </a:moveTo>
                <a:lnTo>
                  <a:pt x="0" y="0"/>
                </a:lnTo>
                <a:lnTo>
                  <a:pt x="258011" y="258011"/>
                </a:lnTo>
                <a:lnTo>
                  <a:pt x="0" y="516022"/>
                </a:lnTo>
                <a:lnTo>
                  <a:pt x="2951610" y="516022"/>
                </a:lnTo>
                <a:lnTo>
                  <a:pt x="295161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74" name="三角形 29">
            <a:extLst xmlns:a="http://schemas.openxmlformats.org/drawingml/2006/main">
              <a:ext uri="{FF2B5EF4-FFF2-40B4-BE49-F238E27FC236}">
                <a16:creationId xmlns:a16="http://schemas.microsoft.com/office/drawing/2014/main" id="{C4632D62-CAB4-442E-E531-6FC05BFF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4924" y="4406272"/>
            <a:ext cx="211015" cy="169597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5" name="文本框 74">
            <a:extLst xmlns:a="http://schemas.openxmlformats.org/drawingml/2006/main">
              <a:ext uri="{FF2B5EF4-FFF2-40B4-BE49-F238E27FC236}">
                <a16:creationId xmlns:a16="http://schemas.microsoft.com/office/drawing/2014/main" id="{ABC6ACCB-DAC9-D73C-8A89-13E7C015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327" y="4633825"/>
            <a:ext cx="3429000" cy="377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/>
            </a:defPPr>
            <a:lvl1pPr>
              <a:defRPr sz="1875"/>
            </a:lvl1pPr>
            <a:lvl2pPr>
              <a:defRPr sz="1875"/>
            </a:lvl2pPr>
            <a:lvl3pPr>
              <a:defRPr sz="1875"/>
            </a:lvl3pPr>
            <a:lvl4pPr>
              <a:defRPr sz="1875"/>
            </a:lvl4pPr>
            <a:lvl5pPr>
              <a:defRPr sz="1875"/>
            </a:lvl5pPr>
            <a:lvl6pPr>
              <a:defRPr sz="1875"/>
            </a:lvl6pPr>
            <a:lvl7pPr>
              <a:defRPr sz="1875"/>
            </a:lvl7pPr>
            <a:lvl8pPr>
              <a:defRPr sz="1875"/>
            </a:lvl8pPr>
            <a:lvl9pPr>
              <a:defRPr sz="1875"/>
            </a:lvl9pPr>
          </a:lstStyle>
          <a:p xmlns:a="http://schemas.openxmlformats.org/drawingml/2006/main">
            <a:r>
              <a:rPr sz="1875" b="1">
                <a:solidFill>
                  <a:schemeClr val="bg1"/>
                </a:solidFill>
                <a:latin typeface="Microsoft YaHei Semibold"/>
                <a:ea typeface="Microsoft YaHei Semibold"/>
                <a:cs typeface="Microsoft YaHei Semibold"/>
              </a:rPr>
              <a:t>按需求扩展功能</a:t>
            </a:r>
          </a:p>
        </p:txBody>
      </p:sp>
      <p:sp>
        <p:nvSpPr>
          <p:cNvPr id="32" name="Text Box 13">
            <a:extLst xmlns:a="http://schemas.openxmlformats.org/drawingml/2006/main">
              <a:ext uri="{FF2B5EF4-FFF2-40B4-BE49-F238E27FC236}">
                <a16:creationId xmlns:a16="http://schemas.microsoft.com/office/drawing/2014/main" id="{00284F68-0557-1EA6-E92C-FB727396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327" y="5190819"/>
            <a:ext cx="397565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/>
            </a:defPPr>
            <a:lvl1pPr>
              <a:lnSpc>
                <a:spcPct val="130000"/>
              </a:lnSpc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 Semibold"/>
                <a:ea typeface="Microsoft YaHei Semibold"/>
                <a:cs typeface="Microsoft YaHei Semibold"/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 xmlns:a="http://schemas.openxmlformats.org/drawingml/2006/main">
            <a:r>
              <a:rPr sz="1575">
                <a:solidFill>
                  <a:schemeClr val="tx1">
                    <a:lumMod val="65000"/>
                    <a:lumOff val="35000"/>
                  </a:schemeClr>
                </a:solidFill>
              </a:rPr>
              <a:t>聊天界面已完成。后续按资料规模评估语义检索，先补真实交互评测。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7C6BA7B-F3F1-8CB4-3F5A-60EB450B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矩形: 圆角 33">
            <a:extLst xmlns:a="http://schemas.openxmlformats.org/drawingml/2006/main">
              <a:ext uri="{FF2B5EF4-FFF2-40B4-BE49-F238E27FC236}">
                <a16:creationId xmlns:a16="http://schemas.microsoft.com/office/drawing/2014/main" id="{5E98C661-FB9A-0A97-4C65-FAF88870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82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2BFC7EB-13FF-3CC8-FC2B-6287657E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76" name="文本框 75">
            <a:extLst xmlns:a="http://schemas.openxmlformats.org/drawingml/2006/main">
              <a:ext uri="{FF2B5EF4-FFF2-40B4-BE49-F238E27FC236}">
                <a16:creationId xmlns:a16="http://schemas.microsoft.com/office/drawing/2014/main" id="{5C006937-8ADB-54BB-AB47-6F7DD8C7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77" name="文本框 76">
            <a:extLst xmlns:a="http://schemas.openxmlformats.org/drawingml/2006/main">
              <a:ext uri="{FF2B5EF4-FFF2-40B4-BE49-F238E27FC236}">
                <a16:creationId xmlns:a16="http://schemas.microsoft.com/office/drawing/2014/main" id="{7CE518BD-BFD9-4C82-8D6C-9C151CCB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78" name="文本框 77">
            <a:extLst xmlns:a="http://schemas.openxmlformats.org/drawingml/2006/main">
              <a:ext uri="{FF2B5EF4-FFF2-40B4-BE49-F238E27FC236}">
                <a16:creationId xmlns:a16="http://schemas.microsoft.com/office/drawing/2014/main" id="{1767B7C4-60AA-CD5E-6365-866DC579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79" name="文本框 78">
            <a:extLst xmlns:a="http://schemas.openxmlformats.org/drawingml/2006/main">
              <a:ext uri="{FF2B5EF4-FFF2-40B4-BE49-F238E27FC236}">
                <a16:creationId xmlns:a16="http://schemas.microsoft.com/office/drawing/2014/main" id="{8BC95500-EE7C-87C6-2679-029618DB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81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55C1ABD2-6EE7-443A-9D2F-C2FA4782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4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16EE8E0B-9956-90A8-33FA-2E6F546B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5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1F1A0700-6D83-7A05-8D9A-E6DFD44B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8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9DB47ECD-9C3E-4600-1BE1-2E12207F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9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47C7C5A5-325A-02F2-7C2B-20411DB3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3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6F40009F-78B5-0E25-5A1A-0EBBB511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B706114-3086-492E-8C01-4FEE544D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优先补充验证证据，再扩展产品形态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68E8D87-59B4-43B5-AA0C-82B231E1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3877809535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文本框 78">
            <a:extLst xmlns:a="http://schemas.openxmlformats.org/drawingml/2006/main">
              <a:ext uri="{FF2B5EF4-FFF2-40B4-BE49-F238E27FC236}">
                <a16:creationId xmlns:a16="http://schemas.microsoft.com/office/drawing/2014/main" id="{586BFBC5-8A87-E23E-FFEB-8631D92B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交互模式与使用边界</a:t>
            </a:r>
          </a:p>
        </p:txBody>
      </p:sp>
      <p:sp>
        <p:nvSpPr>
          <p:cNvPr id="80" name="直接连接符 79">
            <a:extLst xmlns:a="http://schemas.openxmlformats.org/drawingml/2006/main">
              <a:ext uri="{FF2B5EF4-FFF2-40B4-BE49-F238E27FC236}">
                <a16:creationId xmlns:a16="http://schemas.microsoft.com/office/drawing/2014/main" id="{07E3B561-DE2E-413C-AD3E-1E30DF47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40E5237-3271-FBC3-288F-15F2E8E3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3E10D5EF-9D77-A593-2E4C-4E479FA2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82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D94378FA-0F09-D024-9FFA-9D42E5FF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125" name="文本框 124">
            <a:extLst xmlns:a="http://schemas.openxmlformats.org/drawingml/2006/main">
              <a:ext uri="{FF2B5EF4-FFF2-40B4-BE49-F238E27FC236}">
                <a16:creationId xmlns:a16="http://schemas.microsoft.com/office/drawing/2014/main" id="{D01CC21C-7D98-998A-AB7E-76308B8C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126" name="文本框 125">
            <a:extLst xmlns:a="http://schemas.openxmlformats.org/drawingml/2006/main">
              <a:ext uri="{FF2B5EF4-FFF2-40B4-BE49-F238E27FC236}">
                <a16:creationId xmlns:a16="http://schemas.microsoft.com/office/drawing/2014/main" id="{8D10626C-20A1-76C2-D2E5-AFC5C569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27" name="文本框 126">
            <a:extLst xmlns:a="http://schemas.openxmlformats.org/drawingml/2006/main">
              <a:ext uri="{FF2B5EF4-FFF2-40B4-BE49-F238E27FC236}">
                <a16:creationId xmlns:a16="http://schemas.microsoft.com/office/drawing/2014/main" id="{29C3D372-62EE-7F8C-402F-1B69ACC6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128" name="文本框 127">
            <a:extLst xmlns:a="http://schemas.openxmlformats.org/drawingml/2006/main">
              <a:ext uri="{FF2B5EF4-FFF2-40B4-BE49-F238E27FC236}">
                <a16:creationId xmlns:a16="http://schemas.microsoft.com/office/drawing/2014/main" id="{122537BA-8BDD-98B8-D788-A1235607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26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A0CBC3B8-B884-6E45-4BE3-6E303170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1E87635C-42E3-61A2-32E9-40E66312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92DA2F2C-D4C8-4D0F-8D8B-59BE78FD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8ADF31DE-8380-30B4-CA3D-B415BA47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3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24442370-CF7E-37B8-5C36-C030BFD5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0D6D7B43-2983-E9EE-5386-95A7217D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B2057BDD-8A16-494B-9524-BE46F412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默认离线演示；真实模式通过百炼调用 qwen-plus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138B30E5-7C95-4C4C-9CAB-8BC04CED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graphicFrame>
        <p:nvGraphicFrame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5DBE1CE3-E499-492C-87DC-8D7C8BC94081}"/>
              </a:ext>
            </a:extLst>
          </p:cNvPr>
          <p:cNvGraphicFramePr/>
          <p:nvPr/>
        </p:nvGraphicFramePr>
        <p:xfrm>
          <a:off xmlns:a="http://schemas.openxmlformats.org/drawingml/2006/main" x="674751" y="2152650"/>
          <a:ext xmlns:a="http://schemas.openxmlformats.org/drawingml/2006/main" cx="10842498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3567"/>
                <a:gridCol w="8018931"/>
              </a:tblGrid>
              <a:tr h="50346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模式或边界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离线演示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不调用API；固定字段解析和有限压缩，不证明模型效果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真实模型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需求整理、动作选择、文案生成与语义审核均调用模型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费用与数据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消息和选定素材发送给配置服务；按账户用量规则计费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本地服务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仅127.0.0.1；不提供公网部署、账号体系或历史列表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使用上限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每会话40轮；消息4000字；素材最多20条，每条8000字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当前改进点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减少非必要追问，验证编辑意图与事实依据，完善人工评测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DF9402F9-6B14-44C0-A5E9-F402F517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真实失败会明确返回，不静默切换Mock；API密钥不进入网页与仓库</a:t>
            </a:r>
          </a:p>
        </p:txBody>
      </p:sp>
    </p:spTree>
    <p:extLst>
      <p:ext uri="{BB962C8B-B14F-4D97-AF65-F5344CB8AC3E}">
        <p14:creationId xmlns:p14="http://schemas.microsoft.com/office/powerpoint/2010/main" val="466558914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文本框 78">
            <a:extLst xmlns:a="http://schemas.openxmlformats.org/drawingml/2006/main">
              <a:ext uri="{FF2B5EF4-FFF2-40B4-BE49-F238E27FC236}">
                <a16:creationId xmlns:a16="http://schemas.microsoft.com/office/drawing/2014/main" id="{586BFBC5-8A87-E23E-FFEB-8631D92B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AI 使用与个人贡献</a:t>
            </a:r>
          </a:p>
        </p:txBody>
      </p:sp>
      <p:sp>
        <p:nvSpPr>
          <p:cNvPr id="80" name="直接连接符 79">
            <a:extLst xmlns:a="http://schemas.openxmlformats.org/drawingml/2006/main">
              <a:ext uri="{FF2B5EF4-FFF2-40B4-BE49-F238E27FC236}">
                <a16:creationId xmlns:a16="http://schemas.microsoft.com/office/drawing/2014/main" id="{07E3B561-DE2E-413C-AD3E-1E30DF47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40E5237-3271-FBC3-288F-15F2E8E3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3E10D5EF-9D77-A593-2E4C-4E479FA2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82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D94378FA-0F09-D024-9FFA-9D42E5FF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125" name="文本框 124">
            <a:extLst xmlns:a="http://schemas.openxmlformats.org/drawingml/2006/main">
              <a:ext uri="{FF2B5EF4-FFF2-40B4-BE49-F238E27FC236}">
                <a16:creationId xmlns:a16="http://schemas.microsoft.com/office/drawing/2014/main" id="{D01CC21C-7D98-998A-AB7E-76308B8C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126" name="文本框 125">
            <a:extLst xmlns:a="http://schemas.openxmlformats.org/drawingml/2006/main">
              <a:ext uri="{FF2B5EF4-FFF2-40B4-BE49-F238E27FC236}">
                <a16:creationId xmlns:a16="http://schemas.microsoft.com/office/drawing/2014/main" id="{8D10626C-20A1-76C2-D2E5-AFC5C569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27" name="文本框 126">
            <a:extLst xmlns:a="http://schemas.openxmlformats.org/drawingml/2006/main">
              <a:ext uri="{FF2B5EF4-FFF2-40B4-BE49-F238E27FC236}">
                <a16:creationId xmlns:a16="http://schemas.microsoft.com/office/drawing/2014/main" id="{29C3D372-62EE-7F8C-402F-1B69ACC6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128" name="文本框 127">
            <a:extLst xmlns:a="http://schemas.openxmlformats.org/drawingml/2006/main">
              <a:ext uri="{FF2B5EF4-FFF2-40B4-BE49-F238E27FC236}">
                <a16:creationId xmlns:a16="http://schemas.microsoft.com/office/drawing/2014/main" id="{122537BA-8BDD-98B8-D788-A1235607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26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A0CBC3B8-B884-6E45-4BE3-6E303170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1E87635C-42E3-61A2-32E9-40E66312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92DA2F2C-D4C8-4D0F-8D8B-59BE78FD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8ADF31DE-8380-30B4-CA3D-B415BA47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3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24442370-CF7E-37B8-5C36-C030BFD5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0D6D7B43-2983-E9EE-5386-95A7217D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D51018A1-19B2-4D91-ADAB-250E8E1D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按已发生的工作说明贡献，后续学习与修改继续追加记录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9A5B51AA-8D29-4074-AA30-F0BAAA0E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graphicFrame>
        <p:nvGraphicFrame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7D08F083-6908-414A-9060-3F96114DFFA0}"/>
              </a:ext>
            </a:extLst>
          </p:cNvPr>
          <p:cNvGraphicFramePr/>
          <p:nvPr/>
        </p:nvGraphicFramePr>
        <p:xfrm>
          <a:off xmlns:a="http://schemas.openxmlformats.org/drawingml/2006/main" x="674751" y="2152650"/>
          <a:ext xmlns:a="http://schemas.openxmlformats.org/drawingml/2006/main" cx="10842498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3567"/>
                <a:gridCol w="8018931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参与方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已完成工作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 / 提交人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提供完整题目与参考项目，明确真实验证要求</a:t>
                      </a:r>
                    </a:p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选择并配置 PyCharm 环境，实际运行与反馈问题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开发助手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实现Agent、聊天页面、资料、测试与文档</a:t>
                      </a:r>
                    </a:p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分析失败、修复问题并整理证据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审查子代理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只读代码审查与离线复现</a:t>
                      </a:r>
                    </a:p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未充当独立人类事实评审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运行时 qwen-plus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整理对话需求、选择动作、生成与改写</a:t>
                      </a:r>
                    </a:p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执行自动语义审核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31B49E1D-F9E5-46C3-931E-DEF5479C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尚无用户独立手写业务代码或具名人工评分记录；净开发工时未连续计时</a:t>
            </a:r>
          </a:p>
        </p:txBody>
      </p:sp>
    </p:spTree>
    <p:extLst>
      <p:ext uri="{BB962C8B-B14F-4D97-AF65-F5344CB8AC3E}">
        <p14:creationId xmlns:p14="http://schemas.microsoft.com/office/powerpoint/2010/main" val="466558914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文本框 78">
            <a:extLst xmlns:a="http://schemas.openxmlformats.org/drawingml/2006/main">
              <a:ext uri="{FF2B5EF4-FFF2-40B4-BE49-F238E27FC236}">
                <a16:creationId xmlns:a16="http://schemas.microsoft.com/office/drawing/2014/main" id="{586BFBC5-8A87-E23E-FFEB-8631D92B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附录 A：目录与文件用途</a:t>
            </a:r>
          </a:p>
        </p:txBody>
      </p:sp>
      <p:sp>
        <p:nvSpPr>
          <p:cNvPr id="80" name="直接连接符 79">
            <a:extLst xmlns:a="http://schemas.openxmlformats.org/drawingml/2006/main">
              <a:ext uri="{FF2B5EF4-FFF2-40B4-BE49-F238E27FC236}">
                <a16:creationId xmlns:a16="http://schemas.microsoft.com/office/drawing/2014/main" id="{07E3B561-DE2E-413C-AD3E-1E30DF47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40E5237-3271-FBC3-288F-15F2E8E3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3E10D5EF-9D77-A593-2E4C-4E479FA2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82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D94378FA-0F09-D024-9FFA-9D42E5FF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125" name="文本框 124">
            <a:extLst xmlns:a="http://schemas.openxmlformats.org/drawingml/2006/main">
              <a:ext uri="{FF2B5EF4-FFF2-40B4-BE49-F238E27FC236}">
                <a16:creationId xmlns:a16="http://schemas.microsoft.com/office/drawing/2014/main" id="{D01CC21C-7D98-998A-AB7E-76308B8C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126" name="文本框 125">
            <a:extLst xmlns:a="http://schemas.openxmlformats.org/drawingml/2006/main">
              <a:ext uri="{FF2B5EF4-FFF2-40B4-BE49-F238E27FC236}">
                <a16:creationId xmlns:a16="http://schemas.microsoft.com/office/drawing/2014/main" id="{8D10626C-20A1-76C2-D2E5-AFC5C569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27" name="文本框 126">
            <a:extLst xmlns:a="http://schemas.openxmlformats.org/drawingml/2006/main">
              <a:ext uri="{FF2B5EF4-FFF2-40B4-BE49-F238E27FC236}">
                <a16:creationId xmlns:a16="http://schemas.microsoft.com/office/drawing/2014/main" id="{29C3D372-62EE-7F8C-402F-1B69ACC6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128" name="文本框 127">
            <a:extLst xmlns:a="http://schemas.openxmlformats.org/drawingml/2006/main">
              <a:ext uri="{FF2B5EF4-FFF2-40B4-BE49-F238E27FC236}">
                <a16:creationId xmlns:a16="http://schemas.microsoft.com/office/drawing/2014/main" id="{122537BA-8BDD-98B8-D788-A1235607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26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A0CBC3B8-B884-6E45-4BE3-6E303170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1E87635C-42E3-61A2-32E9-40E66312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92DA2F2C-D4C8-4D0F-8D8B-59BE78FD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8ADF31DE-8380-30B4-CA3D-B415BA47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3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24442370-CF7E-37B8-5C36-C030BFD5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0D6D7B43-2983-E9EE-5386-95A7217D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6F50ABD3-74FB-4867-AE62-29CB2625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聊天先看 run_chat.py 与 docs/07-chat-guide.md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222D29F1-C5EA-46FE-B23F-038E15FA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graphicFrame>
        <p:nvGraphicFrame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C13659BB-8806-44B5-8C27-7A2BC890212B}"/>
              </a:ext>
            </a:extLst>
          </p:cNvPr>
          <p:cNvGraphicFramePr/>
          <p:nvPr/>
        </p:nvGraphicFramePr>
        <p:xfrm>
          <a:off xmlns:a="http://schemas.openxmlformats.org/drawingml/2006/main" x="674751" y="2152650"/>
          <a:ext xmlns:a="http://schemas.openxmlformats.org/drawingml/2006/main" cx="10842498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8875"/>
                <a:gridCol w="6983623"/>
              </a:tblGrid>
              <a:tr h="5034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目录 / 文件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run_chat.py / run.py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本地聊天与单次CLI入口，Python 3.10+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src/video_agent/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chat.py、chat_server.py、web/ 与原Agent核心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data/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合成产品资料、品牌规则与样例输入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tests/ / scripts/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单元测试、场景评测、记录审计与人工评分工具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examples/ / docs/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已保存证据、实际结果、五篇规定文档与运行说明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runs/ / .env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本地新运行产物与私密配置，Git 忽略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97310167-BE39-4934-B4B4-BFC52520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README 提供评审入口；.env.example 仅提供变量名与示例配置</a:t>
            </a:r>
          </a:p>
        </p:txBody>
      </p:sp>
    </p:spTree>
    <p:extLst>
      <p:ext uri="{BB962C8B-B14F-4D97-AF65-F5344CB8AC3E}">
        <p14:creationId xmlns:p14="http://schemas.microsoft.com/office/powerpoint/2010/main" val="466558914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文本框 78">
            <a:extLst xmlns:a="http://schemas.openxmlformats.org/drawingml/2006/main">
              <a:ext uri="{FF2B5EF4-FFF2-40B4-BE49-F238E27FC236}">
                <a16:creationId xmlns:a16="http://schemas.microsoft.com/office/drawing/2014/main" id="{586BFBC5-8A87-E23E-FFEB-8631D92B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附录 B：动作协议与终止状态</a:t>
            </a:r>
          </a:p>
        </p:txBody>
      </p:sp>
      <p:sp>
        <p:nvSpPr>
          <p:cNvPr id="80" name="直接连接符 79">
            <a:extLst xmlns:a="http://schemas.openxmlformats.org/drawingml/2006/main">
              <a:ext uri="{FF2B5EF4-FFF2-40B4-BE49-F238E27FC236}">
                <a16:creationId xmlns:a16="http://schemas.microsoft.com/office/drawing/2014/main" id="{07E3B561-DE2E-413C-AD3E-1E30DF47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40E5237-3271-FBC3-288F-15F2E8E3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3E10D5EF-9D77-A593-2E4C-4E479FA2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82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D94378FA-0F09-D024-9FFA-9D42E5FF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125" name="文本框 124">
            <a:extLst xmlns:a="http://schemas.openxmlformats.org/drawingml/2006/main">
              <a:ext uri="{FF2B5EF4-FFF2-40B4-BE49-F238E27FC236}">
                <a16:creationId xmlns:a16="http://schemas.microsoft.com/office/drawing/2014/main" id="{D01CC21C-7D98-998A-AB7E-76308B8C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126" name="文本框 125">
            <a:extLst xmlns:a="http://schemas.openxmlformats.org/drawingml/2006/main">
              <a:ext uri="{FF2B5EF4-FFF2-40B4-BE49-F238E27FC236}">
                <a16:creationId xmlns:a16="http://schemas.microsoft.com/office/drawing/2014/main" id="{8D10626C-20A1-76C2-D2E5-AFC5C569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27" name="文本框 126">
            <a:extLst xmlns:a="http://schemas.openxmlformats.org/drawingml/2006/main">
              <a:ext uri="{FF2B5EF4-FFF2-40B4-BE49-F238E27FC236}">
                <a16:creationId xmlns:a16="http://schemas.microsoft.com/office/drawing/2014/main" id="{29C3D372-62EE-7F8C-402F-1B69ACC6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128" name="文本框 127">
            <a:extLst xmlns:a="http://schemas.openxmlformats.org/drawingml/2006/main">
              <a:ext uri="{FF2B5EF4-FFF2-40B4-BE49-F238E27FC236}">
                <a16:creationId xmlns:a16="http://schemas.microsoft.com/office/drawing/2014/main" id="{122537BA-8BDD-98B8-D788-A1235607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26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A0CBC3B8-B884-6E45-4BE3-6E303170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1E87635C-42E3-61A2-32E9-40E66312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92DA2F2C-D4C8-4D0F-8D8B-59BE78FD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8ADF31DE-8380-30B4-CA3D-B415BA47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3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24442370-CF7E-37B8-5C36-C030BFD5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0D6D7B43-2983-E9EE-5386-95A7217D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AE09E942-963F-4C72-A99D-C0A2A81C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严格 JSON 协议让模型动作可以校验和追踪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CF81BDB7-BC1B-4503-A938-B71FE488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FA53237E-F298-4249-AA22-26C90C5E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{ "action": "estimate_duration", "args": {},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153FE6E3-1028-4AF3-830B-23755A2F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  "reason": "新稿已提交，需要检查预计时长" }</a:t>
            </a:r>
          </a:p>
        </p:txBody>
      </p:sp>
      <p:graphicFrame>
        <p:nvGraphicFrame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857674AD-E822-4454-8D4B-77CF1063D121}"/>
              </a:ext>
            </a:extLst>
          </p:cNvPr>
          <p:cNvGraphicFramePr/>
          <p:nvPr/>
        </p:nvGraphicFramePr>
        <p:xfrm>
          <a:off xmlns:a="http://schemas.openxmlformats.org/drawingml/2006/main" x="674751" y="3390900"/>
          <a:ext xmlns:a="http://schemas.openxmlformats.org/drawingml/2006/main" cx="10842498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11805"/>
                <a:gridCol w="7830693"/>
              </a:tblGrid>
              <a:tr h="447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T w="6668">
                      <a:solidFill>
                        <a:srgbClr val="C7CDE0"/>
                      </a:solidFill>
                      <a:prstDash val="solid"/>
                    </a:lnT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203898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completed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当前稿件通过时长和规则检查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needs_input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缺输入、无资料或需要用户进一步确认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incomplete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模型主动停止，或步数 / 时间 / 调用预算用尽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failed</a:t>
                      </a:r>
                    </a:p>
                  </a:txBody>
                  <a:tcPr marL="133350" marR="133350" marT="66675" marB="57150" anchor="ctr">
                    <a:lnL w="6668">
                      <a:solidFill>
                        <a:srgbClr val="C7CDE0"/>
                      </a:solidFill>
                      <a:prstDash val="solid"/>
                    </a:lnL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输入配置或模型调用等错误导致失败</a:t>
                      </a:r>
                    </a:p>
                  </a:txBody>
                  <a:tcPr marL="133350" marR="133350" marT="66675" marB="57150" anchor="ctr">
                    <a:lnR w="6668">
                      <a:solidFill>
                        <a:srgbClr val="C7CDE0"/>
                      </a:solidFill>
                      <a:prstDash val="solid"/>
                    </a:lnR>
                    <a:lnB w="6668">
                      <a:solidFill>
                        <a:srgbClr val="C7CDE0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E2CB3A32-0A0B-4DBB-904E-AC571A7A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其余动作：search_materials、submit_draft、check_rules、finish、ask_user、stop</a:t>
            </a:r>
          </a:p>
        </p:txBody>
      </p:sp>
    </p:spTree>
    <p:extLst>
      <p:ext uri="{BB962C8B-B14F-4D97-AF65-F5344CB8AC3E}">
        <p14:creationId xmlns:p14="http://schemas.microsoft.com/office/powerpoint/2010/main" val="466558914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文本框 78">
            <a:extLst xmlns:a="http://schemas.openxmlformats.org/drawingml/2006/main">
              <a:ext uri="{FF2B5EF4-FFF2-40B4-BE49-F238E27FC236}">
                <a16:creationId xmlns:a16="http://schemas.microsoft.com/office/drawing/2014/main" id="{586BFBC5-8A87-E23E-FFEB-8631D92B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附录 C：复现命令与结果阅读</a:t>
            </a:r>
          </a:p>
        </p:txBody>
      </p:sp>
      <p:sp>
        <p:nvSpPr>
          <p:cNvPr id="80" name="直接连接符 79">
            <a:extLst xmlns:a="http://schemas.openxmlformats.org/drawingml/2006/main">
              <a:ext uri="{FF2B5EF4-FFF2-40B4-BE49-F238E27FC236}">
                <a16:creationId xmlns:a16="http://schemas.microsoft.com/office/drawing/2014/main" id="{07E3B561-DE2E-413C-AD3E-1E30DF47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40E5237-3271-FBC3-288F-15F2E8E3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3E10D5EF-9D77-A593-2E4C-4E479FA2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82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D94378FA-0F09-D024-9FFA-9D42E5FF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125" name="文本框 124">
            <a:extLst xmlns:a="http://schemas.openxmlformats.org/drawingml/2006/main">
              <a:ext uri="{FF2B5EF4-FFF2-40B4-BE49-F238E27FC236}">
                <a16:creationId xmlns:a16="http://schemas.microsoft.com/office/drawing/2014/main" id="{D01CC21C-7D98-998A-AB7E-76308B8C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126" name="文本框 125">
            <a:extLst xmlns:a="http://schemas.openxmlformats.org/drawingml/2006/main">
              <a:ext uri="{FF2B5EF4-FFF2-40B4-BE49-F238E27FC236}">
                <a16:creationId xmlns:a16="http://schemas.microsoft.com/office/drawing/2014/main" id="{8D10626C-20A1-76C2-D2E5-AFC5C569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27" name="文本框 126">
            <a:extLst xmlns:a="http://schemas.openxmlformats.org/drawingml/2006/main">
              <a:ext uri="{FF2B5EF4-FFF2-40B4-BE49-F238E27FC236}">
                <a16:creationId xmlns:a16="http://schemas.microsoft.com/office/drawing/2014/main" id="{29C3D372-62EE-7F8C-402F-1B69ACC6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128" name="文本框 127">
            <a:extLst xmlns:a="http://schemas.openxmlformats.org/drawingml/2006/main">
              <a:ext uri="{FF2B5EF4-FFF2-40B4-BE49-F238E27FC236}">
                <a16:creationId xmlns:a16="http://schemas.microsoft.com/office/drawing/2014/main" id="{122537BA-8BDD-98B8-D788-A1235607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26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A0CBC3B8-B884-6E45-4BE3-6E303170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1E87635C-42E3-61A2-32E9-40E66312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92DA2F2C-D4C8-4D0F-8D8B-59BE78FD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8ADF31DE-8380-30B4-CA3D-B415BA47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3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24442370-CF7E-37B8-5C36-C030BFD5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0D6D7B43-2983-E9EE-5386-95A7217D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F1123D0D-6F45-4B64-91D8-3E799305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在项目根目录运行，输出目录须使用新名称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E1E671D3-1712-4752-AA25-9EC49E6D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C6F20287-1A07-488A-A0E0-5237727D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聊天入口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E22AF9D0-936A-4416-BF98-46E7D9FF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52650"/>
            <a:ext cx="795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python run_chat.py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F09FD77F-AA74-475B-BD69-EBEE366E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1942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工程测试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BAF435B5-DF94-420B-84D1-67246ABD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19425"/>
            <a:ext cx="795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python -m unittest discover -s tests -v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7B6754F9-C5BD-4A28-84F9-DEE29B49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离线聊天验收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16C16B41-401D-43B8-B775-146EFC12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86200"/>
            <a:ext cx="795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python scripts/evaluate_chat.py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15BE000F-F05B-4AC8-8A5B-1508D733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529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单次真实运行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CCBA483D-EEDD-447E-AB17-401170B6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52975"/>
            <a:ext cx="795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python run.py --mode real --env-file .env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9E68A844-C62F-46B5-BDB2-49226221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退出码：0 完成；2 业务未完成、追问或失败；1 命令或文件错误</a:t>
            </a:r>
          </a:p>
        </p:txBody>
      </p:sp>
    </p:spTree>
    <p:extLst>
      <p:ext uri="{BB962C8B-B14F-4D97-AF65-F5344CB8AC3E}">
        <p14:creationId xmlns:p14="http://schemas.microsoft.com/office/powerpoint/2010/main" val="466558914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E04339A-5418-4C61-E562-639765E3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04627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Ø"/>
            </a:pPr>
            <a:r>
              <a:rPr sz="2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附录：常见追问</a:t>
            </a:r>
          </a:p>
        </p:txBody>
      </p:sp>
      <p:sp>
        <p:nvSpPr>
          <p:cNvPr id="87" name="直接连接符 86">
            <a:extLst xmlns:a="http://schemas.openxmlformats.org/drawingml/2006/main">
              <a:ext uri="{FF2B5EF4-FFF2-40B4-BE49-F238E27FC236}">
                <a16:creationId xmlns:a16="http://schemas.microsoft.com/office/drawing/2014/main" id="{0915CBF4-6F28-44C5-BECC-9F722FFD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3" y="1667934"/>
            <a:ext cx="1084247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58993DB-6C8B-9F76-3B8D-5ABD6895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463" y="2129676"/>
            <a:ext cx="4429612" cy="18652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任意形状 7">
            <a:extLst xmlns:a="http://schemas.openxmlformats.org/drawingml/2006/main">
              <a:ext uri="{FF2B5EF4-FFF2-40B4-BE49-F238E27FC236}">
                <a16:creationId xmlns:a16="http://schemas.microsoft.com/office/drawing/2014/main" id="{2EC58E9E-2693-0CB9-F2D3-B76AC9B6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76447" y="2299273"/>
            <a:ext cx="2951610" cy="516022"/>
          </a:xfrm>
          <a:custGeom xmlns:a="http://schemas.openxmlformats.org/drawingml/2006/main">
            <a:gdLst>
              <a:gd name="connsiteX0" fmla="*/ 2951610 w 2951610"/>
              <a:gd name="connsiteY0" fmla="*/ 0 h 516022"/>
              <a:gd name="connsiteX1" fmla="*/ 0 w 2951610"/>
              <a:gd name="connsiteY1" fmla="*/ 0 h 516022"/>
              <a:gd name="connsiteX2" fmla="*/ 258011 w 2951610"/>
              <a:gd name="connsiteY2" fmla="*/ 258011 h 516022"/>
              <a:gd name="connsiteX3" fmla="*/ 0 w 2951610"/>
              <a:gd name="connsiteY3" fmla="*/ 516022 h 516022"/>
              <a:gd name="connsiteX4" fmla="*/ 2951610 w 2951610"/>
              <a:gd name="connsiteY4" fmla="*/ 516022 h 516022"/>
              <a:gd name="connsiteX5" fmla="*/ 2951610 w 2951610"/>
              <a:gd name="connsiteY5" fmla="*/ 0 h 516022"/>
            </a:gdLst>
            <a:rect l="l" t="t" r="r" b="b"/>
            <a:pathLst>
              <a:path w="2951610" h="516022">
                <a:moveTo>
                  <a:pt x="2951610" y="0"/>
                </a:moveTo>
                <a:lnTo>
                  <a:pt x="0" y="0"/>
                </a:lnTo>
                <a:lnTo>
                  <a:pt x="258011" y="258011"/>
                </a:lnTo>
                <a:lnTo>
                  <a:pt x="0" y="516022"/>
                </a:lnTo>
                <a:lnTo>
                  <a:pt x="2951610" y="516022"/>
                </a:lnTo>
                <a:lnTo>
                  <a:pt x="295161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三角形 8">
            <a:extLst xmlns:a="http://schemas.openxmlformats.org/drawingml/2006/main">
              <a:ext uri="{FF2B5EF4-FFF2-40B4-BE49-F238E27FC236}">
                <a16:creationId xmlns:a16="http://schemas.microsoft.com/office/drawing/2014/main" id="{02C5622E-D310-6880-7C22-895930D9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447" y="2129676"/>
            <a:ext cx="211015" cy="169597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A37CDE9F-4440-33DD-E648-11FCD1E4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50" y="2357229"/>
            <a:ext cx="3429000" cy="377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/>
            </a:defPPr>
            <a:lvl1pPr>
              <a:defRPr sz="1875"/>
            </a:lvl1pPr>
            <a:lvl2pPr>
              <a:defRPr sz="1875"/>
            </a:lvl2pPr>
            <a:lvl3pPr>
              <a:defRPr sz="1875"/>
            </a:lvl3pPr>
            <a:lvl4pPr>
              <a:defRPr sz="1875"/>
            </a:lvl4pPr>
            <a:lvl5pPr>
              <a:defRPr sz="1875"/>
            </a:lvl5pPr>
            <a:lvl6pPr>
              <a:defRPr sz="1875"/>
            </a:lvl6pPr>
            <a:lvl7pPr>
              <a:defRPr sz="1875"/>
            </a:lvl7pPr>
            <a:lvl8pPr>
              <a:defRPr sz="1875"/>
            </a:lvl8pPr>
            <a:lvl9pPr>
              <a:defRPr sz="1875"/>
            </a:lvl9pPr>
          </a:lstStyle>
          <a:p xmlns:a="http://schemas.openxmlformats.org/drawingml/2006/main">
            <a:r>
              <a:rPr sz="1875" b="1">
                <a:solidFill>
                  <a:schemeClr val="bg1"/>
                </a:solidFill>
                <a:latin typeface="Microsoft YaHei Semibold"/>
                <a:ea typeface="Microsoft YaHei Semibold"/>
                <a:cs typeface="Microsoft YaHei Semibold"/>
              </a:rPr>
              <a:t>如何证明动态决策</a:t>
            </a:r>
          </a:p>
        </p:txBody>
      </p:sp>
      <p:sp>
        <p:nvSpPr>
          <p:cNvPr id="12" name="Text Box 13">
            <a:extLst xmlns:a="http://schemas.openxmlformats.org/drawingml/2006/main">
              <a:ext uri="{FF2B5EF4-FFF2-40B4-BE49-F238E27FC236}">
                <a16:creationId xmlns:a16="http://schemas.microsoft.com/office/drawing/2014/main" id="{F1B6CD76-F0CB-6746-AEB5-F87D04EF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50" y="2914223"/>
            <a:ext cx="397565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/>
            </a:defPPr>
            <a:lvl1pPr>
              <a:lnSpc>
                <a:spcPct val="130000"/>
              </a:lnSpc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 Semibold"/>
                <a:ea typeface="Microsoft YaHei Semibold"/>
                <a:cs typeface="Microsoft YaHei Semibold"/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 xmlns:a="http://schemas.openxmlformats.org/drawingml/2006/main">
            <a:r>
              <a:rPr sz="1575">
                <a:solidFill>
                  <a:schemeClr val="tx1">
                    <a:lumMod val="65000"/>
                    <a:lumOff val="35000"/>
                  </a:schemeClr>
                </a:solidFill>
              </a:rPr>
              <a:t>C05 观察超时后改稿，C08 空结果后改写查询。原始请求可在 model-calls.json 对照。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2E73081-7D4D-C2A8-9FDB-BC6000E0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940" y="2129676"/>
            <a:ext cx="4429612" cy="18652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任意形状 16">
            <a:extLst xmlns:a="http://schemas.openxmlformats.org/drawingml/2006/main">
              <a:ext uri="{FF2B5EF4-FFF2-40B4-BE49-F238E27FC236}">
                <a16:creationId xmlns:a16="http://schemas.microsoft.com/office/drawing/2014/main" id="{5DC268B2-95A0-34A6-046C-9C224B54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4924" y="2299273"/>
            <a:ext cx="2951610" cy="516022"/>
          </a:xfrm>
          <a:custGeom xmlns:a="http://schemas.openxmlformats.org/drawingml/2006/main">
            <a:gdLst>
              <a:gd name="connsiteX0" fmla="*/ 2951610 w 2951610"/>
              <a:gd name="connsiteY0" fmla="*/ 0 h 516022"/>
              <a:gd name="connsiteX1" fmla="*/ 0 w 2951610"/>
              <a:gd name="connsiteY1" fmla="*/ 0 h 516022"/>
              <a:gd name="connsiteX2" fmla="*/ 258011 w 2951610"/>
              <a:gd name="connsiteY2" fmla="*/ 258011 h 516022"/>
              <a:gd name="connsiteX3" fmla="*/ 0 w 2951610"/>
              <a:gd name="connsiteY3" fmla="*/ 516022 h 516022"/>
              <a:gd name="connsiteX4" fmla="*/ 2951610 w 2951610"/>
              <a:gd name="connsiteY4" fmla="*/ 516022 h 516022"/>
              <a:gd name="connsiteX5" fmla="*/ 2951610 w 2951610"/>
              <a:gd name="connsiteY5" fmla="*/ 0 h 516022"/>
            </a:gdLst>
            <a:rect l="l" t="t" r="r" b="b"/>
            <a:pathLst>
              <a:path w="2951610" h="516022">
                <a:moveTo>
                  <a:pt x="2951610" y="0"/>
                </a:moveTo>
                <a:lnTo>
                  <a:pt x="0" y="0"/>
                </a:lnTo>
                <a:lnTo>
                  <a:pt x="258011" y="258011"/>
                </a:lnTo>
                <a:lnTo>
                  <a:pt x="0" y="516022"/>
                </a:lnTo>
                <a:lnTo>
                  <a:pt x="2951610" y="516022"/>
                </a:lnTo>
                <a:lnTo>
                  <a:pt x="295161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8" name="三角形 17">
            <a:extLst xmlns:a="http://schemas.openxmlformats.org/drawingml/2006/main">
              <a:ext uri="{FF2B5EF4-FFF2-40B4-BE49-F238E27FC236}">
                <a16:creationId xmlns:a16="http://schemas.microsoft.com/office/drawing/2014/main" id="{534362A7-B7A1-1866-1DE6-83F1E532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4924" y="2129676"/>
            <a:ext cx="211015" cy="169597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CBEE546C-A0FB-48CE-CAF2-4142E37E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327" y="2357229"/>
            <a:ext cx="3429000" cy="377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/>
            </a:defPPr>
            <a:lvl1pPr>
              <a:defRPr sz="1875"/>
            </a:lvl1pPr>
            <a:lvl2pPr>
              <a:defRPr sz="1875"/>
            </a:lvl2pPr>
            <a:lvl3pPr>
              <a:defRPr sz="1875"/>
            </a:lvl3pPr>
            <a:lvl4pPr>
              <a:defRPr sz="1875"/>
            </a:lvl4pPr>
            <a:lvl5pPr>
              <a:defRPr sz="1875"/>
            </a:lvl5pPr>
            <a:lvl6pPr>
              <a:defRPr sz="1875"/>
            </a:lvl6pPr>
            <a:lvl7pPr>
              <a:defRPr sz="1875"/>
            </a:lvl7pPr>
            <a:lvl8pPr>
              <a:defRPr sz="1875"/>
            </a:lvl8pPr>
            <a:lvl9pPr>
              <a:defRPr sz="1875"/>
            </a:lvl9pPr>
          </a:lstStyle>
          <a:p xmlns:a="http://schemas.openxmlformats.org/drawingml/2006/main">
            <a:r>
              <a:rPr sz="1875" b="1">
                <a:solidFill>
                  <a:schemeClr val="bg1"/>
                </a:solidFill>
                <a:latin typeface="Microsoft YaHei Semibold"/>
                <a:ea typeface="Microsoft YaHei Semibold"/>
                <a:cs typeface="Microsoft YaHei Semibold"/>
              </a:rPr>
              <a:t>为何原生实现</a:t>
            </a:r>
          </a:p>
        </p:txBody>
      </p:sp>
      <p:sp>
        <p:nvSpPr>
          <p:cNvPr id="20" name="Text Box 13">
            <a:extLst xmlns:a="http://schemas.openxmlformats.org/drawingml/2006/main">
              <a:ext uri="{FF2B5EF4-FFF2-40B4-BE49-F238E27FC236}">
                <a16:creationId xmlns:a16="http://schemas.microsoft.com/office/drawing/2014/main" id="{0C3562D0-823E-147A-7CE8-46FFE7F9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327" y="2914223"/>
            <a:ext cx="397565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/>
            </a:defPPr>
            <a:lvl1pPr>
              <a:lnSpc>
                <a:spcPct val="130000"/>
              </a:lnSpc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 Semibold"/>
                <a:ea typeface="Microsoft YaHei Semibold"/>
                <a:cs typeface="Microsoft YaHei Semibold"/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 xmlns:a="http://schemas.openxmlformats.org/drawingml/2006/main">
            <a:r>
              <a:rPr sz="1575">
                <a:solidFill>
                  <a:schemeClr val="tx1">
                    <a:lumMod val="65000"/>
                    <a:lumOff val="35000"/>
                  </a:schemeClr>
                </a:solidFill>
              </a:rPr>
              <a:t>当前循环规模小，原生实现便于解释门禁和状态。复杂度增加后再评估框架。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CAC67E3-D755-12BB-20D3-8311DDBE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463" y="4406272"/>
            <a:ext cx="4429612" cy="18652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任意形状 22">
            <a:extLst xmlns:a="http://schemas.openxmlformats.org/drawingml/2006/main">
              <a:ext uri="{FF2B5EF4-FFF2-40B4-BE49-F238E27FC236}">
                <a16:creationId xmlns:a16="http://schemas.microsoft.com/office/drawing/2014/main" id="{86109899-C3D5-9260-4944-9EBD9CAC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76447" y="4575869"/>
            <a:ext cx="2951610" cy="516022"/>
          </a:xfrm>
          <a:custGeom xmlns:a="http://schemas.openxmlformats.org/drawingml/2006/main">
            <a:gdLst>
              <a:gd name="connsiteX0" fmla="*/ 2951610 w 2951610"/>
              <a:gd name="connsiteY0" fmla="*/ 0 h 516022"/>
              <a:gd name="connsiteX1" fmla="*/ 0 w 2951610"/>
              <a:gd name="connsiteY1" fmla="*/ 0 h 516022"/>
              <a:gd name="connsiteX2" fmla="*/ 258011 w 2951610"/>
              <a:gd name="connsiteY2" fmla="*/ 258011 h 516022"/>
              <a:gd name="connsiteX3" fmla="*/ 0 w 2951610"/>
              <a:gd name="connsiteY3" fmla="*/ 516022 h 516022"/>
              <a:gd name="connsiteX4" fmla="*/ 2951610 w 2951610"/>
              <a:gd name="connsiteY4" fmla="*/ 516022 h 516022"/>
              <a:gd name="connsiteX5" fmla="*/ 2951610 w 2951610"/>
              <a:gd name="connsiteY5" fmla="*/ 0 h 516022"/>
            </a:gdLst>
            <a:rect l="l" t="t" r="r" b="b"/>
            <a:pathLst>
              <a:path w="2951610" h="516022">
                <a:moveTo>
                  <a:pt x="2951610" y="0"/>
                </a:moveTo>
                <a:lnTo>
                  <a:pt x="0" y="0"/>
                </a:lnTo>
                <a:lnTo>
                  <a:pt x="258011" y="258011"/>
                </a:lnTo>
                <a:lnTo>
                  <a:pt x="0" y="516022"/>
                </a:lnTo>
                <a:lnTo>
                  <a:pt x="2951610" y="516022"/>
                </a:lnTo>
                <a:lnTo>
                  <a:pt x="295161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1" name="三角形 23">
            <a:extLst xmlns:a="http://schemas.openxmlformats.org/drawingml/2006/main">
              <a:ext uri="{FF2B5EF4-FFF2-40B4-BE49-F238E27FC236}">
                <a16:creationId xmlns:a16="http://schemas.microsoft.com/office/drawing/2014/main" id="{F3D497C5-E1A6-439B-D2D0-90265CF6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447" y="4406272"/>
            <a:ext cx="211015" cy="169597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E0262354-9520-95E5-A9AC-436EA917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50" y="4633825"/>
            <a:ext cx="3429000" cy="377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/>
            </a:defPPr>
            <a:lvl1pPr>
              <a:defRPr sz="1875"/>
            </a:lvl1pPr>
            <a:lvl2pPr>
              <a:defRPr sz="1875"/>
            </a:lvl2pPr>
            <a:lvl3pPr>
              <a:defRPr sz="1875"/>
            </a:lvl3pPr>
            <a:lvl4pPr>
              <a:defRPr sz="1875"/>
            </a:lvl4pPr>
            <a:lvl5pPr>
              <a:defRPr sz="1875"/>
            </a:lvl5pPr>
            <a:lvl6pPr>
              <a:defRPr sz="1875"/>
            </a:lvl6pPr>
            <a:lvl7pPr>
              <a:defRPr sz="1875"/>
            </a:lvl7pPr>
            <a:lvl8pPr>
              <a:defRPr sz="1875"/>
            </a:lvl8pPr>
            <a:lvl9pPr>
              <a:defRPr sz="1875"/>
            </a:lvl9pPr>
          </a:lstStyle>
          <a:p xmlns:a="http://schemas.openxmlformats.org/drawingml/2006/main">
            <a:r>
              <a:rPr sz="1875" b="1">
                <a:solidFill>
                  <a:schemeClr val="bg1"/>
                </a:solidFill>
                <a:latin typeface="Microsoft YaHei Semibold"/>
                <a:ea typeface="Microsoft YaHei Semibold"/>
                <a:cs typeface="Microsoft YaHei Semibold"/>
              </a:rPr>
              <a:t>11/11 的含义</a:t>
            </a:r>
          </a:p>
        </p:txBody>
      </p:sp>
      <p:sp>
        <p:nvSpPr>
          <p:cNvPr id="14" name="Text Box 13">
            <a:extLst xmlns:a="http://schemas.openxmlformats.org/drawingml/2006/main">
              <a:ext uri="{FF2B5EF4-FFF2-40B4-BE49-F238E27FC236}">
                <a16:creationId xmlns:a16="http://schemas.microsoft.com/office/drawing/2014/main" id="{AA1E3DC0-BD3C-DB71-1CF5-7C707042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50" y="5190819"/>
            <a:ext cx="397565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/>
            </a:defPPr>
            <a:lvl1pPr>
              <a:lnSpc>
                <a:spcPct val="130000"/>
              </a:lnSpc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 Semibold"/>
                <a:ea typeface="Microsoft YaHei Semibold"/>
                <a:cs typeface="Microsoft YaHei Semibold"/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 xmlns:a="http://schemas.openxmlformats.org/drawingml/2006/main">
            <a:r>
              <a:rPr sz="1575">
                <a:solidFill>
                  <a:schemeClr val="tx1">
                    <a:lumMod val="65000"/>
                    <a:lumOff val="35000"/>
                  </a:schemeClr>
                </a:solidFill>
              </a:rPr>
              <a:t>它是固定场景自动验收结果。人工评分尚未完成，不能解释为事实准确率。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D98793A-1A7A-4ADE-A566-06605932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940" y="4406272"/>
            <a:ext cx="4429612" cy="18652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任意形状 28">
            <a:extLst xmlns:a="http://schemas.openxmlformats.org/drawingml/2006/main">
              <a:ext uri="{FF2B5EF4-FFF2-40B4-BE49-F238E27FC236}">
                <a16:creationId xmlns:a16="http://schemas.microsoft.com/office/drawing/2014/main" id="{CB13B850-BCB3-4803-AC2F-EEAB029A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4924" y="4575869"/>
            <a:ext cx="2951610" cy="516022"/>
          </a:xfrm>
          <a:custGeom xmlns:a="http://schemas.openxmlformats.org/drawingml/2006/main">
            <a:gdLst>
              <a:gd name="connsiteX0" fmla="*/ 2951610 w 2951610"/>
              <a:gd name="connsiteY0" fmla="*/ 0 h 516022"/>
              <a:gd name="connsiteX1" fmla="*/ 0 w 2951610"/>
              <a:gd name="connsiteY1" fmla="*/ 0 h 516022"/>
              <a:gd name="connsiteX2" fmla="*/ 258011 w 2951610"/>
              <a:gd name="connsiteY2" fmla="*/ 258011 h 516022"/>
              <a:gd name="connsiteX3" fmla="*/ 0 w 2951610"/>
              <a:gd name="connsiteY3" fmla="*/ 516022 h 516022"/>
              <a:gd name="connsiteX4" fmla="*/ 2951610 w 2951610"/>
              <a:gd name="connsiteY4" fmla="*/ 516022 h 516022"/>
              <a:gd name="connsiteX5" fmla="*/ 2951610 w 2951610"/>
              <a:gd name="connsiteY5" fmla="*/ 0 h 516022"/>
            </a:gdLst>
            <a:rect l="l" t="t" r="r" b="b"/>
            <a:pathLst>
              <a:path w="2951610" h="516022">
                <a:moveTo>
                  <a:pt x="2951610" y="0"/>
                </a:moveTo>
                <a:lnTo>
                  <a:pt x="0" y="0"/>
                </a:lnTo>
                <a:lnTo>
                  <a:pt x="258011" y="258011"/>
                </a:lnTo>
                <a:lnTo>
                  <a:pt x="0" y="516022"/>
                </a:lnTo>
                <a:lnTo>
                  <a:pt x="2951610" y="516022"/>
                </a:lnTo>
                <a:lnTo>
                  <a:pt x="295161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74" name="三角形 29">
            <a:extLst xmlns:a="http://schemas.openxmlformats.org/drawingml/2006/main">
              <a:ext uri="{FF2B5EF4-FFF2-40B4-BE49-F238E27FC236}">
                <a16:creationId xmlns:a16="http://schemas.microsoft.com/office/drawing/2014/main" id="{C4632D62-CAB4-442E-E531-6FC05BFF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4924" y="4406272"/>
            <a:ext cx="211015" cy="169597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5" name="文本框 74">
            <a:extLst xmlns:a="http://schemas.openxmlformats.org/drawingml/2006/main">
              <a:ext uri="{FF2B5EF4-FFF2-40B4-BE49-F238E27FC236}">
                <a16:creationId xmlns:a16="http://schemas.microsoft.com/office/drawing/2014/main" id="{ABC6ACCB-DAC9-D73C-8A89-13E7C015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327" y="4633825"/>
            <a:ext cx="3429000" cy="377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/>
            </a:defPPr>
            <a:lvl1pPr>
              <a:defRPr sz="1875"/>
            </a:lvl1pPr>
            <a:lvl2pPr>
              <a:defRPr sz="1875"/>
            </a:lvl2pPr>
            <a:lvl3pPr>
              <a:defRPr sz="1875"/>
            </a:lvl3pPr>
            <a:lvl4pPr>
              <a:defRPr sz="1875"/>
            </a:lvl4pPr>
            <a:lvl5pPr>
              <a:defRPr sz="1875"/>
            </a:lvl5pPr>
            <a:lvl6pPr>
              <a:defRPr sz="1875"/>
            </a:lvl6pPr>
            <a:lvl7pPr>
              <a:defRPr sz="1875"/>
            </a:lvl7pPr>
            <a:lvl8pPr>
              <a:defRPr sz="1875"/>
            </a:lvl8pPr>
            <a:lvl9pPr>
              <a:defRPr sz="1875"/>
            </a:lvl9pPr>
          </a:lstStyle>
          <a:p xmlns:a="http://schemas.openxmlformats.org/drawingml/2006/main">
            <a:r>
              <a:rPr sz="1875" b="1">
                <a:solidFill>
                  <a:schemeClr val="bg1"/>
                </a:solidFill>
                <a:latin typeface="Microsoft YaHei Semibold"/>
                <a:ea typeface="Microsoft YaHei Semibold"/>
                <a:cs typeface="Microsoft YaHei Semibold"/>
              </a:rPr>
              <a:t>最优先补充什么</a:t>
            </a:r>
          </a:p>
        </p:txBody>
      </p:sp>
      <p:sp>
        <p:nvSpPr>
          <p:cNvPr id="32" name="Text Box 13">
            <a:extLst xmlns:a="http://schemas.openxmlformats.org/drawingml/2006/main">
              <a:ext uri="{FF2B5EF4-FFF2-40B4-BE49-F238E27FC236}">
                <a16:creationId xmlns:a16="http://schemas.microsoft.com/office/drawing/2014/main" id="{00284F68-0557-1EA6-E92C-FB727396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327" y="5190819"/>
            <a:ext cx="397565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/>
            </a:defPPr>
            <a:lvl1pPr>
              <a:lnSpc>
                <a:spcPct val="130000"/>
              </a:lnSpc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 Semibold"/>
                <a:ea typeface="Microsoft YaHei Semibold"/>
                <a:cs typeface="Microsoft YaHei Semibold"/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 xmlns:a="http://schemas.openxmlformats.org/drawingml/2006/main">
            <a:r>
              <a:rPr sz="1575">
                <a:solidFill>
                  <a:schemeClr val="tx1">
                    <a:lumMod val="65000"/>
                    <a:lumOff val="35000"/>
                  </a:schemeClr>
                </a:solidFill>
              </a:rPr>
              <a:t>最终版本真实复验、独立人工评分与重复试验，之后校准配音时长和可拍摄性。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7C6BA7B-F3F1-8CB4-3F5A-60EB450B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789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矩形: 圆角 33">
            <a:extLst xmlns:a="http://schemas.openxmlformats.org/drawingml/2006/main">
              <a:ext uri="{FF2B5EF4-FFF2-40B4-BE49-F238E27FC236}">
                <a16:creationId xmlns:a16="http://schemas.microsoft.com/office/drawing/2014/main" id="{5E98C661-FB9A-0A97-4C65-FAF88870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82" y="69850"/>
            <a:ext cx="1628105" cy="639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2BFC7EB-13FF-3CC8-FC2B-6287657E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76" name="文本框 75">
            <a:extLst xmlns:a="http://schemas.openxmlformats.org/drawingml/2006/main">
              <a:ext uri="{FF2B5EF4-FFF2-40B4-BE49-F238E27FC236}">
                <a16:creationId xmlns:a16="http://schemas.microsoft.com/office/drawing/2014/main" id="{5C006937-8ADB-54BB-AB47-6F7DD8C7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9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77" name="文本框 76">
            <a:extLst xmlns:a="http://schemas.openxmlformats.org/drawingml/2006/main">
              <a:ext uri="{FF2B5EF4-FFF2-40B4-BE49-F238E27FC236}">
                <a16:creationId xmlns:a16="http://schemas.microsoft.com/office/drawing/2014/main" id="{7CE518BD-BFD9-4C82-8D6C-9C151CCB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7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78" name="文本框 77">
            <a:extLst xmlns:a="http://schemas.openxmlformats.org/drawingml/2006/main">
              <a:ext uri="{FF2B5EF4-FFF2-40B4-BE49-F238E27FC236}">
                <a16:creationId xmlns:a16="http://schemas.microsoft.com/office/drawing/2014/main" id="{1767B7C4-60AA-CD5E-6365-866DC579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55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203898"/>
                </a:solidFill>
              </a:defRPr>
            </a:defPPr>
            <a:lvl1pPr>
              <a:defRPr sz="2000">
                <a:solidFill>
                  <a:srgbClr val="203898"/>
                </a:solidFill>
              </a:defRPr>
            </a:lvl1pPr>
            <a:lvl2pPr>
              <a:defRPr sz="2000">
                <a:solidFill>
                  <a:srgbClr val="203898"/>
                </a:solidFill>
              </a:defRPr>
            </a:lvl2pPr>
            <a:lvl3pPr>
              <a:defRPr sz="2000">
                <a:solidFill>
                  <a:srgbClr val="203898"/>
                </a:solidFill>
              </a:defRPr>
            </a:lvl3pPr>
            <a:lvl4pPr>
              <a:defRPr sz="2000">
                <a:solidFill>
                  <a:srgbClr val="203898"/>
                </a:solidFill>
              </a:defRPr>
            </a:lvl4pPr>
            <a:lvl5pPr>
              <a:defRPr sz="2000">
                <a:solidFill>
                  <a:srgbClr val="203898"/>
                </a:solidFill>
              </a:defRPr>
            </a:lvl5pPr>
            <a:lvl6pPr>
              <a:defRPr sz="2000">
                <a:solidFill>
                  <a:srgbClr val="203898"/>
                </a:solidFill>
              </a:defRPr>
            </a:lvl6pPr>
            <a:lvl7pPr>
              <a:defRPr sz="2000">
                <a:solidFill>
                  <a:srgbClr val="203898"/>
                </a:solidFill>
              </a:defRPr>
            </a:lvl7pPr>
            <a:lvl8pPr>
              <a:defRPr sz="2000">
                <a:solidFill>
                  <a:srgbClr val="203898"/>
                </a:solidFill>
              </a:defRPr>
            </a:lvl8pPr>
            <a:lvl9pPr>
              <a:defRPr sz="2000">
                <a:solidFill>
                  <a:srgbClr val="203898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203898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79" name="文本框 78">
            <a:extLst xmlns:a="http://schemas.openxmlformats.org/drawingml/2006/main">
              <a:ext uri="{FF2B5EF4-FFF2-40B4-BE49-F238E27FC236}">
                <a16:creationId xmlns:a16="http://schemas.microsoft.com/office/drawing/2014/main" id="{8BC95500-EE7C-87C6-2679-029618DB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3" y="189411"/>
            <a:ext cx="1313307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</a:defRPr>
            </a:defPPr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复盘总结</a:t>
            </a:r>
          </a:p>
        </p:txBody>
      </p:sp>
      <p:sp>
        <p:nvSpPr>
          <p:cNvPr id="81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55C1ABD2-6EE7-443A-9D2F-C2FA4782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5784" y="144281"/>
            <a:ext cx="518797" cy="519153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4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16EE8E0B-9956-90A8-33FA-2E6F546B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4492" y="273624"/>
            <a:ext cx="250870" cy="173051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5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1F1A0700-6D83-7A05-8D9A-E6DFD44B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3739" y="300985"/>
            <a:ext cx="149243" cy="13538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8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9DB47ECD-9C3E-4600-1BE1-2E12207F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42757" y="115497"/>
            <a:ext cx="262952" cy="385900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9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47C7C5A5-325A-02F2-7C2B-20411DB3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2171" y="179103"/>
            <a:ext cx="252292" cy="331177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3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6F40009F-78B5-0E25-5A1A-0EBBB511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4229" y="542263"/>
            <a:ext cx="1075972" cy="87058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rgbClr val="20419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46960A1-3700-4380-B049-D045911E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结合真实 Trace 和源码解释项目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1869D62-DDF4-4080-B72C-2E3A1FB7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3877809535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5ABA90D-76FF-F437-D999-C6943827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074" y="2821205"/>
            <a:ext cx="8551853" cy="769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700"/>
            </a:defPPr>
            <a:lvl1pPr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accent2"/>
                </a:solidFill>
                <a:latin typeface="+mj-lt"/>
                <a:ea typeface="+mj-lt"/>
                <a:cs typeface="+mj-lt"/>
              </a:defRPr>
            </a:lvl1pPr>
            <a:lvl2pPr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7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短视频脚本 Agent 项目答辩</a:t>
            </a:r>
            <a:endParaRPr sz="3200" b="1" spc="300">
              <a:solidFill>
                <a:schemeClr val="accent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AAD664D8-9F9F-E39A-434A-C6C3B09D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074" y="3679889"/>
            <a:ext cx="8551853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400"/>
            </a:defPPr>
            <a:lvl1pPr>
              <a:defRPr sz="4400"/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  <a:lvl6pPr>
              <a:defRPr sz="4400"/>
            </a:lvl6pPr>
            <a:lvl7pPr>
              <a:defRPr sz="4400"/>
            </a:lvl7pPr>
            <a:lvl8pPr>
              <a:defRPr sz="4400"/>
            </a:lvl8pPr>
            <a:lvl9pPr>
              <a:defRPr sz="4400"/>
            </a:lvl9pPr>
          </a:lstStyle>
          <a:p xmlns:a="http://schemas.openxmlformats.org/drawingml/2006/main">
            <a:pPr algn="ctr">
              <a:buNone/>
            </a:pPr>
            <a:r>
              <a:rPr sz="4400" b="1" spc="3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欢迎交流与指正</a:t>
            </a:r>
            <a:endParaRPr sz="4400" b="1" spc="300">
              <a:solidFill>
                <a:schemeClr val="accent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任意多边形: 形状 6">
            <a:extLst xmlns:a="http://schemas.openxmlformats.org/drawingml/2006/main">
              <a:ext uri="{FF2B5EF4-FFF2-40B4-BE49-F238E27FC236}">
                <a16:creationId xmlns:a16="http://schemas.microsoft.com/office/drawing/2014/main" id="{A62A9C84-0235-CF33-ADBE-E8B1D493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37161"/>
          </a:xfrm>
          <a:custGeom xmlns:a="http://schemas.openxmlformats.org/drawingml/2006/main">
            <a:gdLst>
              <a:gd name="connsiteX0" fmla="*/ 0 w 12192000"/>
              <a:gd name="connsiteY0" fmla="*/ 0 h 1975553"/>
              <a:gd name="connsiteX1" fmla="*/ 12192000 w 12192000"/>
              <a:gd name="connsiteY1" fmla="*/ 0 h 1975553"/>
              <a:gd name="connsiteX2" fmla="*/ 12192000 w 12192000"/>
              <a:gd name="connsiteY2" fmla="*/ 452803 h 1975553"/>
              <a:gd name="connsiteX3" fmla="*/ 11922086 w 12192000"/>
              <a:gd name="connsiteY3" fmla="*/ 612685 h 1975553"/>
              <a:gd name="connsiteX4" fmla="*/ 6096001 w 12192000"/>
              <a:gd name="connsiteY4" fmla="*/ 1975553 h 1975553"/>
              <a:gd name="connsiteX5" fmla="*/ 269917 w 12192000"/>
              <a:gd name="connsiteY5" fmla="*/ 612685 h 1975553"/>
              <a:gd name="connsiteX6" fmla="*/ 0 w 12192000"/>
              <a:gd name="connsiteY6" fmla="*/ 452802 h 1975553"/>
            </a:gdLst>
            <a:rect l="l" t="t" r="r" b="b"/>
            <a:pathLst>
              <a:path w="12192000" h="1975553">
                <a:moveTo>
                  <a:pt x="0" y="0"/>
                </a:moveTo>
                <a:lnTo>
                  <a:pt x="12192000" y="0"/>
                </a:lnTo>
                <a:lnTo>
                  <a:pt x="12192000" y="452803"/>
                </a:lnTo>
                <a:lnTo>
                  <a:pt x="11922086" y="612685"/>
                </a:lnTo>
                <a:cubicBezTo>
                  <a:pt x="10431060" y="1454735"/>
                  <a:pt x="8371229" y="1975553"/>
                  <a:pt x="6096001" y="1975553"/>
                </a:cubicBezTo>
                <a:cubicBezTo>
                  <a:pt x="3820774" y="1975553"/>
                  <a:pt x="1760942" y="1454735"/>
                  <a:pt x="269917" y="612685"/>
                </a:cubicBezTo>
                <a:lnTo>
                  <a:pt x="0" y="452802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43F2BD4E-5C31-C7FC-40B7-AEF8C3F0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4325"/>
            <a:ext cx="12192000" cy="223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917AFE-1147-3377-EBDD-75044C95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7398" y="5305083"/>
            <a:ext cx="2497204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/>
            </a:defPPr>
            <a:lvl1pPr>
              <a:defRPr sz="1650"/>
            </a:lvl1pPr>
            <a:lvl2pPr>
              <a:defRPr sz="1650"/>
            </a:lvl2pPr>
            <a:lvl3pPr>
              <a:defRPr sz="165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rPr>
              <a:t>模型：qwen-plus</a:t>
            </a:r>
          </a:p>
        </p:txBody>
      </p:sp>
      <p:sp>
        <p:nvSpPr>
          <p:cNvPr id="234" name="TextBox 25">
            <a:extLst xmlns:a="http://schemas.openxmlformats.org/drawingml/2006/main">
              <a:ext uri="{FF2B5EF4-FFF2-40B4-BE49-F238E27FC236}">
                <a16:creationId xmlns:a16="http://schemas.microsoft.com/office/drawing/2014/main" id="{B5122FC0-D462-88BD-0BB6-3B9FAF95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574" y="5305084"/>
            <a:ext cx="2497204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/>
            </a:defPPr>
            <a:lvl1pPr>
              <a:defRPr sz="1650"/>
            </a:lvl1pPr>
            <a:lvl2pPr>
              <a:defRPr sz="1650"/>
            </a:lvl2pPr>
            <a:lvl3pPr>
              <a:defRPr sz="165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rPr>
              <a:t>日期：2026.10.30</a:t>
            </a:r>
            <a:endParaRPr b="1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5" name="TextBox 2">
            <a:extLst xmlns:a="http://schemas.openxmlformats.org/drawingml/2006/main">
              <a:ext uri="{FF2B5EF4-FFF2-40B4-BE49-F238E27FC236}">
                <a16:creationId xmlns:a16="http://schemas.microsoft.com/office/drawing/2014/main" id="{082A5D07-B430-0D95-9FB1-7DBD17DF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223" y="5305084"/>
            <a:ext cx="2497204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/>
            </a:defPPr>
            <a:lvl1pPr>
              <a:defRPr sz="1650"/>
            </a:lvl1pPr>
            <a:lvl2pPr>
              <a:defRPr sz="1650"/>
            </a:lvl2pPr>
            <a:lvl3pPr>
              <a:defRPr sz="165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rPr>
              <a:t>题号：第4题</a:t>
            </a:r>
            <a:endParaRPr b="1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1" name="îṧḷîďe">
            <a:extLst xmlns:a="http://schemas.openxmlformats.org/drawingml/2006/main">
              <a:ext uri="{FF2B5EF4-FFF2-40B4-BE49-F238E27FC236}">
                <a16:creationId xmlns:a16="http://schemas.microsoft.com/office/drawing/2014/main" id="{63A0186D-4AC0-129E-9D56-DF0625DB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54628" y="467036"/>
            <a:ext cx="1210248" cy="1211078"/>
          </a:xfrm>
          <a:custGeom xmlns:a="http://schemas.openxmlformats.org/drawingml/2006/main">
            <a:gdLst>
              <a:gd name="T0" fmla="*/ 91 w 703"/>
              <a:gd name="T1" fmla="*/ 244 h 702"/>
              <a:gd name="T2" fmla="*/ 73 w 703"/>
              <a:gd name="T3" fmla="*/ 303 h 702"/>
              <a:gd name="T4" fmla="*/ 57 w 703"/>
              <a:gd name="T5" fmla="*/ 303 h 702"/>
              <a:gd name="T6" fmla="*/ 52 w 703"/>
              <a:gd name="T7" fmla="*/ 338 h 702"/>
              <a:gd name="T8" fmla="*/ 56 w 703"/>
              <a:gd name="T9" fmla="*/ 325 h 702"/>
              <a:gd name="T10" fmla="*/ 72 w 703"/>
              <a:gd name="T11" fmla="*/ 383 h 702"/>
              <a:gd name="T12" fmla="*/ 43 w 703"/>
              <a:gd name="T13" fmla="*/ 420 h 702"/>
              <a:gd name="T14" fmla="*/ 65 w 703"/>
              <a:gd name="T15" fmla="*/ 439 h 702"/>
              <a:gd name="T16" fmla="*/ 60 w 703"/>
              <a:gd name="T17" fmla="*/ 474 h 702"/>
              <a:gd name="T18" fmla="*/ 103 w 703"/>
              <a:gd name="T19" fmla="*/ 529 h 702"/>
              <a:gd name="T20" fmla="*/ 117 w 703"/>
              <a:gd name="T21" fmla="*/ 504 h 702"/>
              <a:gd name="T22" fmla="*/ 89 w 703"/>
              <a:gd name="T23" fmla="*/ 517 h 702"/>
              <a:gd name="T24" fmla="*/ 128 w 703"/>
              <a:gd name="T25" fmla="*/ 573 h 702"/>
              <a:gd name="T26" fmla="*/ 158 w 703"/>
              <a:gd name="T27" fmla="*/ 600 h 702"/>
              <a:gd name="T28" fmla="*/ 178 w 703"/>
              <a:gd name="T29" fmla="*/ 600 h 702"/>
              <a:gd name="T30" fmla="*/ 188 w 703"/>
              <a:gd name="T31" fmla="*/ 584 h 702"/>
              <a:gd name="T32" fmla="*/ 193 w 703"/>
              <a:gd name="T33" fmla="*/ 624 h 702"/>
              <a:gd name="T34" fmla="*/ 327 w 703"/>
              <a:gd name="T35" fmla="*/ 661 h 702"/>
              <a:gd name="T36" fmla="*/ 339 w 703"/>
              <a:gd name="T37" fmla="*/ 634 h 702"/>
              <a:gd name="T38" fmla="*/ 327 w 703"/>
              <a:gd name="T39" fmla="*/ 648 h 702"/>
              <a:gd name="T40" fmla="*/ 370 w 703"/>
              <a:gd name="T41" fmla="*/ 635 h 702"/>
              <a:gd name="T42" fmla="*/ 383 w 703"/>
              <a:gd name="T43" fmla="*/ 661 h 702"/>
              <a:gd name="T44" fmla="*/ 414 w 703"/>
              <a:gd name="T45" fmla="*/ 634 h 702"/>
              <a:gd name="T46" fmla="*/ 420 w 703"/>
              <a:gd name="T47" fmla="*/ 643 h 702"/>
              <a:gd name="T48" fmla="*/ 485 w 703"/>
              <a:gd name="T49" fmla="*/ 631 h 702"/>
              <a:gd name="T50" fmla="*/ 517 w 703"/>
              <a:gd name="T51" fmla="*/ 578 h 702"/>
              <a:gd name="T52" fmla="*/ 579 w 703"/>
              <a:gd name="T53" fmla="*/ 569 h 702"/>
              <a:gd name="T54" fmla="*/ 610 w 703"/>
              <a:gd name="T55" fmla="*/ 459 h 702"/>
              <a:gd name="T56" fmla="*/ 623 w 703"/>
              <a:gd name="T57" fmla="*/ 422 h 702"/>
              <a:gd name="T58" fmla="*/ 641 w 703"/>
              <a:gd name="T59" fmla="*/ 430 h 702"/>
              <a:gd name="T60" fmla="*/ 635 w 703"/>
              <a:gd name="T61" fmla="*/ 437 h 702"/>
              <a:gd name="T62" fmla="*/ 644 w 703"/>
              <a:gd name="T63" fmla="*/ 387 h 702"/>
              <a:gd name="T64" fmla="*/ 642 w 703"/>
              <a:gd name="T65" fmla="*/ 383 h 702"/>
              <a:gd name="T66" fmla="*/ 632 w 703"/>
              <a:gd name="T67" fmla="*/ 333 h 702"/>
              <a:gd name="T68" fmla="*/ 634 w 703"/>
              <a:gd name="T69" fmla="*/ 246 h 702"/>
              <a:gd name="T70" fmla="*/ 351 w 703"/>
              <a:gd name="T71" fmla="*/ 597 h 702"/>
              <a:gd name="T72" fmla="*/ 351 w 703"/>
              <a:gd name="T73" fmla="*/ 6 h 702"/>
              <a:gd name="T74" fmla="*/ 299 w 703"/>
              <a:gd name="T75" fmla="*/ 53 h 702"/>
              <a:gd name="T76" fmla="*/ 280 w 703"/>
              <a:gd name="T77" fmla="*/ 87 h 702"/>
              <a:gd name="T78" fmla="*/ 328 w 703"/>
              <a:gd name="T79" fmla="*/ 72 h 702"/>
              <a:gd name="T80" fmla="*/ 429 w 703"/>
              <a:gd name="T81" fmla="*/ 73 h 702"/>
              <a:gd name="T82" fmla="*/ 442 w 703"/>
              <a:gd name="T83" fmla="*/ 84 h 702"/>
              <a:gd name="T84" fmla="*/ 161 w 703"/>
              <a:gd name="T85" fmla="*/ 105 h 702"/>
              <a:gd name="T86" fmla="*/ 168 w 703"/>
              <a:gd name="T87" fmla="*/ 139 h 702"/>
              <a:gd name="T88" fmla="*/ 190 w 703"/>
              <a:gd name="T89" fmla="*/ 145 h 702"/>
              <a:gd name="T90" fmla="*/ 209 w 703"/>
              <a:gd name="T91" fmla="*/ 117 h 702"/>
              <a:gd name="T92" fmla="*/ 175 w 703"/>
              <a:gd name="T93" fmla="*/ 120 h 702"/>
              <a:gd name="T94" fmla="*/ 179 w 703"/>
              <a:gd name="T95" fmla="*/ 121 h 702"/>
              <a:gd name="T96" fmla="*/ 549 w 703"/>
              <a:gd name="T97" fmla="*/ 96 h 702"/>
              <a:gd name="T98" fmla="*/ 538 w 703"/>
              <a:gd name="T99" fmla="*/ 116 h 702"/>
              <a:gd name="T100" fmla="*/ 566 w 703"/>
              <a:gd name="T101" fmla="*/ 137 h 702"/>
              <a:gd name="T102" fmla="*/ 555 w 703"/>
              <a:gd name="T103" fmla="*/ 118 h 702"/>
              <a:gd name="T104" fmla="*/ 548 w 703"/>
              <a:gd name="T105" fmla="*/ 105 h 702"/>
              <a:gd name="T106" fmla="*/ 552 w 703"/>
              <a:gd name="T107" fmla="*/ 109 h 702"/>
              <a:gd name="T108" fmla="*/ 534 w 703"/>
              <a:gd name="T109" fmla="*/ 137 h 702"/>
              <a:gd name="T110" fmla="*/ 542 w 703"/>
              <a:gd name="T111" fmla="*/ 144 h 702"/>
              <a:gd name="T112" fmla="*/ 351 w 703"/>
              <a:gd name="T113" fmla="*/ 584 h 702"/>
              <a:gd name="T114" fmla="*/ 239 w 703"/>
              <a:gd name="T115" fmla="*/ 457 h 702"/>
              <a:gd name="T116" fmla="*/ 390 w 703"/>
              <a:gd name="T117" fmla="*/ 527 h 702"/>
            </a:gdLst>
            <a:rect l="0" t="0" r="r" b="b"/>
            <a:pathLst>
              <a:path w="703" h="702">
                <a:moveTo>
                  <a:pt x="351" y="118"/>
                </a:moveTo>
                <a:cubicBezTo>
                  <a:pt x="480" y="118"/>
                  <a:pt x="584" y="223"/>
                  <a:pt x="584" y="351"/>
                </a:cubicBezTo>
                <a:cubicBezTo>
                  <a:pt x="584" y="367"/>
                  <a:pt x="583" y="382"/>
                  <a:pt x="580" y="397"/>
                </a:cubicBezTo>
                <a:cubicBezTo>
                  <a:pt x="454" y="209"/>
                  <a:pt x="454" y="209"/>
                  <a:pt x="454" y="209"/>
                </a:cubicBezTo>
                <a:cubicBezTo>
                  <a:pt x="406" y="257"/>
                  <a:pt x="406" y="257"/>
                  <a:pt x="406" y="257"/>
                </a:cubicBezTo>
                <a:cubicBezTo>
                  <a:pt x="357" y="177"/>
                  <a:pt x="357" y="177"/>
                  <a:pt x="357" y="177"/>
                </a:cubicBezTo>
                <a:cubicBezTo>
                  <a:pt x="309" y="257"/>
                  <a:pt x="309" y="257"/>
                  <a:pt x="309" y="257"/>
                </a:cubicBezTo>
                <a:cubicBezTo>
                  <a:pt x="262" y="210"/>
                  <a:pt x="262" y="210"/>
                  <a:pt x="262" y="210"/>
                </a:cubicBezTo>
                <a:cubicBezTo>
                  <a:pt x="125" y="404"/>
                  <a:pt x="125" y="404"/>
                  <a:pt x="125" y="404"/>
                </a:cubicBezTo>
                <a:cubicBezTo>
                  <a:pt x="121" y="387"/>
                  <a:pt x="119" y="369"/>
                  <a:pt x="119" y="351"/>
                </a:cubicBezTo>
                <a:cubicBezTo>
                  <a:pt x="119" y="223"/>
                  <a:pt x="223" y="118"/>
                  <a:pt x="351" y="118"/>
                </a:cubicBezTo>
                <a:close/>
                <a:moveTo>
                  <a:pt x="58" y="233"/>
                </a:moveTo>
                <a:cubicBezTo>
                  <a:pt x="91" y="244"/>
                  <a:pt x="91" y="244"/>
                  <a:pt x="91" y="244"/>
                </a:cubicBezTo>
                <a:cubicBezTo>
                  <a:pt x="89" y="249"/>
                  <a:pt x="89" y="249"/>
                  <a:pt x="89" y="249"/>
                </a:cubicBezTo>
                <a:cubicBezTo>
                  <a:pt x="58" y="257"/>
                  <a:pt x="58" y="257"/>
                  <a:pt x="58" y="257"/>
                </a:cubicBezTo>
                <a:cubicBezTo>
                  <a:pt x="83" y="266"/>
                  <a:pt x="83" y="266"/>
                  <a:pt x="83" y="266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49" y="259"/>
                  <a:pt x="49" y="259"/>
                  <a:pt x="49" y="259"/>
                </a:cubicBezTo>
                <a:cubicBezTo>
                  <a:pt x="51" y="254"/>
                  <a:pt x="51" y="254"/>
                  <a:pt x="51" y="254"/>
                </a:cubicBezTo>
                <a:cubicBezTo>
                  <a:pt x="82" y="246"/>
                  <a:pt x="82" y="246"/>
                  <a:pt x="82" y="246"/>
                </a:cubicBezTo>
                <a:cubicBezTo>
                  <a:pt x="57" y="237"/>
                  <a:pt x="57" y="237"/>
                  <a:pt x="57" y="237"/>
                </a:cubicBezTo>
                <a:cubicBezTo>
                  <a:pt x="58" y="233"/>
                  <a:pt x="58" y="233"/>
                  <a:pt x="58" y="233"/>
                </a:cubicBezTo>
                <a:close/>
                <a:moveTo>
                  <a:pt x="61" y="275"/>
                </a:moveTo>
                <a:cubicBezTo>
                  <a:pt x="67" y="276"/>
                  <a:pt x="71" y="279"/>
                  <a:pt x="74" y="282"/>
                </a:cubicBezTo>
                <a:cubicBezTo>
                  <a:pt x="76" y="286"/>
                  <a:pt x="77" y="290"/>
                  <a:pt x="76" y="295"/>
                </a:cubicBezTo>
                <a:cubicBezTo>
                  <a:pt x="76" y="298"/>
                  <a:pt x="75" y="301"/>
                  <a:pt x="73" y="303"/>
                </a:cubicBezTo>
                <a:cubicBezTo>
                  <a:pt x="71" y="305"/>
                  <a:pt x="68" y="307"/>
                  <a:pt x="65" y="308"/>
                </a:cubicBezTo>
                <a:cubicBezTo>
                  <a:pt x="62" y="309"/>
                  <a:pt x="59" y="309"/>
                  <a:pt x="56" y="308"/>
                </a:cubicBezTo>
                <a:cubicBezTo>
                  <a:pt x="52" y="307"/>
                  <a:pt x="49" y="306"/>
                  <a:pt x="47" y="304"/>
                </a:cubicBezTo>
                <a:cubicBezTo>
                  <a:pt x="45" y="303"/>
                  <a:pt x="43" y="300"/>
                  <a:pt x="42" y="297"/>
                </a:cubicBezTo>
                <a:cubicBezTo>
                  <a:pt x="41" y="295"/>
                  <a:pt x="41" y="292"/>
                  <a:pt x="41" y="289"/>
                </a:cubicBezTo>
                <a:cubicBezTo>
                  <a:pt x="42" y="286"/>
                  <a:pt x="43" y="283"/>
                  <a:pt x="45" y="281"/>
                </a:cubicBezTo>
                <a:cubicBezTo>
                  <a:pt x="47" y="278"/>
                  <a:pt x="50" y="277"/>
                  <a:pt x="52" y="276"/>
                </a:cubicBezTo>
                <a:cubicBezTo>
                  <a:pt x="55" y="275"/>
                  <a:pt x="58" y="275"/>
                  <a:pt x="61" y="275"/>
                </a:cubicBezTo>
                <a:close/>
                <a:moveTo>
                  <a:pt x="60" y="280"/>
                </a:moveTo>
                <a:cubicBezTo>
                  <a:pt x="56" y="279"/>
                  <a:pt x="53" y="280"/>
                  <a:pt x="50" y="282"/>
                </a:cubicBezTo>
                <a:cubicBezTo>
                  <a:pt x="47" y="283"/>
                  <a:pt x="46" y="286"/>
                  <a:pt x="45" y="289"/>
                </a:cubicBezTo>
                <a:cubicBezTo>
                  <a:pt x="44" y="293"/>
                  <a:pt x="45" y="296"/>
                  <a:pt x="47" y="298"/>
                </a:cubicBezTo>
                <a:cubicBezTo>
                  <a:pt x="49" y="301"/>
                  <a:pt x="52" y="303"/>
                  <a:pt x="57" y="303"/>
                </a:cubicBezTo>
                <a:cubicBezTo>
                  <a:pt x="60" y="304"/>
                  <a:pt x="62" y="304"/>
                  <a:pt x="64" y="303"/>
                </a:cubicBezTo>
                <a:cubicBezTo>
                  <a:pt x="66" y="303"/>
                  <a:pt x="68" y="302"/>
                  <a:pt x="70" y="300"/>
                </a:cubicBezTo>
                <a:cubicBezTo>
                  <a:pt x="71" y="298"/>
                  <a:pt x="72" y="297"/>
                  <a:pt x="73" y="294"/>
                </a:cubicBezTo>
                <a:cubicBezTo>
                  <a:pt x="73" y="291"/>
                  <a:pt x="73" y="288"/>
                  <a:pt x="71" y="285"/>
                </a:cubicBezTo>
                <a:cubicBezTo>
                  <a:pt x="69" y="283"/>
                  <a:pt x="65" y="281"/>
                  <a:pt x="60" y="280"/>
                </a:cubicBezTo>
                <a:close/>
                <a:moveTo>
                  <a:pt x="38" y="318"/>
                </a:moveTo>
                <a:cubicBezTo>
                  <a:pt x="72" y="321"/>
                  <a:pt x="72" y="321"/>
                  <a:pt x="72" y="321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70" y="340"/>
                  <a:pt x="70" y="342"/>
                  <a:pt x="69" y="344"/>
                </a:cubicBezTo>
                <a:cubicBezTo>
                  <a:pt x="68" y="345"/>
                  <a:pt x="67" y="346"/>
                  <a:pt x="65" y="347"/>
                </a:cubicBezTo>
                <a:cubicBezTo>
                  <a:pt x="64" y="348"/>
                  <a:pt x="62" y="348"/>
                  <a:pt x="60" y="348"/>
                </a:cubicBezTo>
                <a:cubicBezTo>
                  <a:pt x="58" y="348"/>
                  <a:pt x="56" y="347"/>
                  <a:pt x="54" y="345"/>
                </a:cubicBezTo>
                <a:cubicBezTo>
                  <a:pt x="53" y="344"/>
                  <a:pt x="52" y="341"/>
                  <a:pt x="52" y="338"/>
                </a:cubicBezTo>
                <a:cubicBezTo>
                  <a:pt x="51" y="339"/>
                  <a:pt x="50" y="340"/>
                  <a:pt x="50" y="340"/>
                </a:cubicBezTo>
                <a:cubicBezTo>
                  <a:pt x="48" y="341"/>
                  <a:pt x="47" y="343"/>
                  <a:pt x="45" y="344"/>
                </a:cubicBezTo>
                <a:cubicBezTo>
                  <a:pt x="35" y="349"/>
                  <a:pt x="35" y="349"/>
                  <a:pt x="35" y="349"/>
                </a:cubicBezTo>
                <a:cubicBezTo>
                  <a:pt x="35" y="343"/>
                  <a:pt x="35" y="343"/>
                  <a:pt x="35" y="343"/>
                </a:cubicBezTo>
                <a:cubicBezTo>
                  <a:pt x="43" y="339"/>
                  <a:pt x="43" y="339"/>
                  <a:pt x="43" y="339"/>
                </a:cubicBezTo>
                <a:cubicBezTo>
                  <a:pt x="45" y="338"/>
                  <a:pt x="47" y="337"/>
                  <a:pt x="48" y="336"/>
                </a:cubicBezTo>
                <a:cubicBezTo>
                  <a:pt x="49" y="336"/>
                  <a:pt x="50" y="335"/>
                  <a:pt x="50" y="334"/>
                </a:cubicBezTo>
                <a:cubicBezTo>
                  <a:pt x="51" y="334"/>
                  <a:pt x="51" y="333"/>
                  <a:pt x="52" y="332"/>
                </a:cubicBezTo>
                <a:cubicBezTo>
                  <a:pt x="52" y="332"/>
                  <a:pt x="52" y="331"/>
                  <a:pt x="52" y="330"/>
                </a:cubicBezTo>
                <a:cubicBezTo>
                  <a:pt x="52" y="324"/>
                  <a:pt x="52" y="324"/>
                  <a:pt x="52" y="324"/>
                </a:cubicBezTo>
                <a:cubicBezTo>
                  <a:pt x="37" y="323"/>
                  <a:pt x="37" y="323"/>
                  <a:pt x="37" y="323"/>
                </a:cubicBezTo>
                <a:cubicBezTo>
                  <a:pt x="38" y="318"/>
                  <a:pt x="38" y="318"/>
                  <a:pt x="38" y="318"/>
                </a:cubicBezTo>
                <a:close/>
                <a:moveTo>
                  <a:pt x="56" y="325"/>
                </a:moveTo>
                <a:cubicBezTo>
                  <a:pt x="56" y="335"/>
                  <a:pt x="56" y="335"/>
                  <a:pt x="56" y="335"/>
                </a:cubicBezTo>
                <a:cubicBezTo>
                  <a:pt x="55" y="337"/>
                  <a:pt x="55" y="338"/>
                  <a:pt x="56" y="339"/>
                </a:cubicBezTo>
                <a:cubicBezTo>
                  <a:pt x="56" y="341"/>
                  <a:pt x="57" y="342"/>
                  <a:pt x="58" y="342"/>
                </a:cubicBezTo>
                <a:cubicBezTo>
                  <a:pt x="58" y="343"/>
                  <a:pt x="59" y="343"/>
                  <a:pt x="61" y="343"/>
                </a:cubicBezTo>
                <a:cubicBezTo>
                  <a:pt x="62" y="344"/>
                  <a:pt x="64" y="343"/>
                  <a:pt x="65" y="342"/>
                </a:cubicBezTo>
                <a:cubicBezTo>
                  <a:pt x="66" y="341"/>
                  <a:pt x="67" y="339"/>
                  <a:pt x="67" y="337"/>
                </a:cubicBezTo>
                <a:cubicBezTo>
                  <a:pt x="68" y="326"/>
                  <a:pt x="68" y="326"/>
                  <a:pt x="68" y="326"/>
                </a:cubicBezTo>
                <a:cubicBezTo>
                  <a:pt x="56" y="325"/>
                  <a:pt x="56" y="325"/>
                  <a:pt x="56" y="325"/>
                </a:cubicBezTo>
                <a:close/>
                <a:moveTo>
                  <a:pt x="36" y="369"/>
                </a:moveTo>
                <a:cubicBezTo>
                  <a:pt x="67" y="367"/>
                  <a:pt x="67" y="367"/>
                  <a:pt x="67" y="367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70" y="355"/>
                  <a:pt x="70" y="355"/>
                  <a:pt x="70" y="355"/>
                </a:cubicBezTo>
                <a:cubicBezTo>
                  <a:pt x="72" y="383"/>
                  <a:pt x="72" y="383"/>
                  <a:pt x="72" y="383"/>
                </a:cubicBezTo>
                <a:cubicBezTo>
                  <a:pt x="68" y="383"/>
                  <a:pt x="68" y="383"/>
                  <a:pt x="68" y="383"/>
                </a:cubicBezTo>
                <a:cubicBezTo>
                  <a:pt x="67" y="372"/>
                  <a:pt x="67" y="372"/>
                  <a:pt x="67" y="372"/>
                </a:cubicBezTo>
                <a:cubicBezTo>
                  <a:pt x="36" y="374"/>
                  <a:pt x="36" y="374"/>
                  <a:pt x="36" y="374"/>
                </a:cubicBezTo>
                <a:cubicBezTo>
                  <a:pt x="36" y="369"/>
                  <a:pt x="36" y="369"/>
                  <a:pt x="36" y="369"/>
                </a:cubicBezTo>
                <a:close/>
                <a:moveTo>
                  <a:pt x="39" y="398"/>
                </a:moveTo>
                <a:cubicBezTo>
                  <a:pt x="74" y="392"/>
                  <a:pt x="74" y="392"/>
                  <a:pt x="74" y="392"/>
                </a:cubicBezTo>
                <a:cubicBezTo>
                  <a:pt x="74" y="397"/>
                  <a:pt x="74" y="397"/>
                  <a:pt x="74" y="397"/>
                </a:cubicBezTo>
                <a:cubicBezTo>
                  <a:pt x="60" y="399"/>
                  <a:pt x="60" y="399"/>
                  <a:pt x="60" y="399"/>
                </a:cubicBezTo>
                <a:cubicBezTo>
                  <a:pt x="63" y="417"/>
                  <a:pt x="63" y="417"/>
                  <a:pt x="63" y="417"/>
                </a:cubicBezTo>
                <a:cubicBezTo>
                  <a:pt x="77" y="415"/>
                  <a:pt x="77" y="415"/>
                  <a:pt x="77" y="415"/>
                </a:cubicBezTo>
                <a:cubicBezTo>
                  <a:pt x="78" y="419"/>
                  <a:pt x="78" y="419"/>
                  <a:pt x="78" y="419"/>
                </a:cubicBezTo>
                <a:cubicBezTo>
                  <a:pt x="44" y="424"/>
                  <a:pt x="44" y="424"/>
                  <a:pt x="44" y="424"/>
                </a:cubicBezTo>
                <a:cubicBezTo>
                  <a:pt x="43" y="420"/>
                  <a:pt x="43" y="420"/>
                  <a:pt x="43" y="420"/>
                </a:cubicBezTo>
                <a:cubicBezTo>
                  <a:pt x="59" y="417"/>
                  <a:pt x="59" y="417"/>
                  <a:pt x="59" y="417"/>
                </a:cubicBezTo>
                <a:cubicBezTo>
                  <a:pt x="56" y="400"/>
                  <a:pt x="56" y="400"/>
                  <a:pt x="56" y="400"/>
                </a:cubicBezTo>
                <a:cubicBezTo>
                  <a:pt x="40" y="402"/>
                  <a:pt x="40" y="402"/>
                  <a:pt x="40" y="402"/>
                </a:cubicBezTo>
                <a:cubicBezTo>
                  <a:pt x="39" y="398"/>
                  <a:pt x="39" y="398"/>
                  <a:pt x="39" y="398"/>
                </a:cubicBezTo>
                <a:close/>
                <a:moveTo>
                  <a:pt x="48" y="440"/>
                </a:moveTo>
                <a:cubicBezTo>
                  <a:pt x="81" y="429"/>
                  <a:pt x="81" y="429"/>
                  <a:pt x="81" y="429"/>
                </a:cubicBezTo>
                <a:cubicBezTo>
                  <a:pt x="89" y="453"/>
                  <a:pt x="89" y="453"/>
                  <a:pt x="89" y="453"/>
                </a:cubicBezTo>
                <a:cubicBezTo>
                  <a:pt x="85" y="454"/>
                  <a:pt x="85" y="454"/>
                  <a:pt x="85" y="454"/>
                </a:cubicBezTo>
                <a:cubicBezTo>
                  <a:pt x="79" y="434"/>
                  <a:pt x="79" y="434"/>
                  <a:pt x="79" y="434"/>
                </a:cubicBezTo>
                <a:cubicBezTo>
                  <a:pt x="69" y="438"/>
                  <a:pt x="69" y="438"/>
                  <a:pt x="69" y="438"/>
                </a:cubicBezTo>
                <a:cubicBezTo>
                  <a:pt x="75" y="456"/>
                  <a:pt x="75" y="456"/>
                  <a:pt x="75" y="456"/>
                </a:cubicBezTo>
                <a:cubicBezTo>
                  <a:pt x="71" y="457"/>
                  <a:pt x="71" y="457"/>
                  <a:pt x="71" y="457"/>
                </a:cubicBezTo>
                <a:cubicBezTo>
                  <a:pt x="65" y="439"/>
                  <a:pt x="65" y="439"/>
                  <a:pt x="65" y="439"/>
                </a:cubicBezTo>
                <a:cubicBezTo>
                  <a:pt x="54" y="443"/>
                  <a:pt x="54" y="443"/>
                  <a:pt x="54" y="443"/>
                </a:cubicBezTo>
                <a:cubicBezTo>
                  <a:pt x="60" y="463"/>
                  <a:pt x="60" y="463"/>
                  <a:pt x="60" y="463"/>
                </a:cubicBezTo>
                <a:cubicBezTo>
                  <a:pt x="56" y="464"/>
                  <a:pt x="56" y="464"/>
                  <a:pt x="56" y="464"/>
                </a:cubicBezTo>
                <a:cubicBezTo>
                  <a:pt x="48" y="440"/>
                  <a:pt x="48" y="440"/>
                  <a:pt x="48" y="440"/>
                </a:cubicBezTo>
                <a:close/>
                <a:moveTo>
                  <a:pt x="60" y="474"/>
                </a:moveTo>
                <a:cubicBezTo>
                  <a:pt x="97" y="470"/>
                  <a:pt x="97" y="470"/>
                  <a:pt x="97" y="470"/>
                </a:cubicBezTo>
                <a:cubicBezTo>
                  <a:pt x="99" y="474"/>
                  <a:pt x="99" y="474"/>
                  <a:pt x="99" y="474"/>
                </a:cubicBezTo>
                <a:cubicBezTo>
                  <a:pt x="74" y="502"/>
                  <a:pt x="74" y="502"/>
                  <a:pt x="74" y="502"/>
                </a:cubicBezTo>
                <a:cubicBezTo>
                  <a:pt x="72" y="498"/>
                  <a:pt x="72" y="498"/>
                  <a:pt x="72" y="498"/>
                </a:cubicBezTo>
                <a:cubicBezTo>
                  <a:pt x="80" y="489"/>
                  <a:pt x="80" y="489"/>
                  <a:pt x="80" y="489"/>
                </a:cubicBezTo>
                <a:cubicBezTo>
                  <a:pt x="73" y="476"/>
                  <a:pt x="73" y="476"/>
                  <a:pt x="73" y="476"/>
                </a:cubicBezTo>
                <a:cubicBezTo>
                  <a:pt x="62" y="478"/>
                  <a:pt x="62" y="478"/>
                  <a:pt x="62" y="478"/>
                </a:cubicBezTo>
                <a:cubicBezTo>
                  <a:pt x="60" y="474"/>
                  <a:pt x="60" y="474"/>
                  <a:pt x="60" y="474"/>
                </a:cubicBezTo>
                <a:close/>
                <a:moveTo>
                  <a:pt x="77" y="476"/>
                </a:moveTo>
                <a:cubicBezTo>
                  <a:pt x="82" y="486"/>
                  <a:pt x="82" y="486"/>
                  <a:pt x="82" y="486"/>
                </a:cubicBezTo>
                <a:cubicBezTo>
                  <a:pt x="89" y="479"/>
                  <a:pt x="89" y="479"/>
                  <a:pt x="89" y="479"/>
                </a:cubicBezTo>
                <a:cubicBezTo>
                  <a:pt x="91" y="477"/>
                  <a:pt x="93" y="475"/>
                  <a:pt x="94" y="473"/>
                </a:cubicBezTo>
                <a:cubicBezTo>
                  <a:pt x="92" y="474"/>
                  <a:pt x="90" y="474"/>
                  <a:pt x="88" y="475"/>
                </a:cubicBezTo>
                <a:cubicBezTo>
                  <a:pt x="77" y="476"/>
                  <a:pt x="77" y="476"/>
                  <a:pt x="77" y="476"/>
                </a:cubicBezTo>
                <a:close/>
                <a:moveTo>
                  <a:pt x="89" y="505"/>
                </a:moveTo>
                <a:cubicBezTo>
                  <a:pt x="87" y="507"/>
                  <a:pt x="86" y="508"/>
                  <a:pt x="85" y="510"/>
                </a:cubicBezTo>
                <a:cubicBezTo>
                  <a:pt x="84" y="512"/>
                  <a:pt x="84" y="514"/>
                  <a:pt x="84" y="517"/>
                </a:cubicBezTo>
                <a:cubicBezTo>
                  <a:pt x="84" y="519"/>
                  <a:pt x="85" y="521"/>
                  <a:pt x="87" y="524"/>
                </a:cubicBezTo>
                <a:cubicBezTo>
                  <a:pt x="88" y="526"/>
                  <a:pt x="90" y="528"/>
                  <a:pt x="92" y="529"/>
                </a:cubicBezTo>
                <a:cubicBezTo>
                  <a:pt x="94" y="530"/>
                  <a:pt x="95" y="531"/>
                  <a:pt x="97" y="531"/>
                </a:cubicBezTo>
                <a:cubicBezTo>
                  <a:pt x="99" y="531"/>
                  <a:pt x="101" y="530"/>
                  <a:pt x="103" y="529"/>
                </a:cubicBezTo>
                <a:cubicBezTo>
                  <a:pt x="104" y="528"/>
                  <a:pt x="105" y="527"/>
                  <a:pt x="106" y="525"/>
                </a:cubicBezTo>
                <a:cubicBezTo>
                  <a:pt x="107" y="524"/>
                  <a:pt x="107" y="522"/>
                  <a:pt x="107" y="520"/>
                </a:cubicBezTo>
                <a:cubicBezTo>
                  <a:pt x="106" y="518"/>
                  <a:pt x="106" y="516"/>
                  <a:pt x="104" y="512"/>
                </a:cubicBezTo>
                <a:cubicBezTo>
                  <a:pt x="103" y="509"/>
                  <a:pt x="103" y="506"/>
                  <a:pt x="103" y="505"/>
                </a:cubicBezTo>
                <a:cubicBezTo>
                  <a:pt x="103" y="504"/>
                  <a:pt x="104" y="503"/>
                  <a:pt x="105" y="502"/>
                </a:cubicBezTo>
                <a:cubicBezTo>
                  <a:pt x="106" y="502"/>
                  <a:pt x="107" y="501"/>
                  <a:pt x="109" y="502"/>
                </a:cubicBezTo>
                <a:cubicBezTo>
                  <a:pt x="110" y="502"/>
                  <a:pt x="112" y="504"/>
                  <a:pt x="113" y="506"/>
                </a:cubicBezTo>
                <a:cubicBezTo>
                  <a:pt x="115" y="509"/>
                  <a:pt x="115" y="511"/>
                  <a:pt x="115" y="512"/>
                </a:cubicBezTo>
                <a:cubicBezTo>
                  <a:pt x="115" y="514"/>
                  <a:pt x="114" y="516"/>
                  <a:pt x="112" y="517"/>
                </a:cubicBezTo>
                <a:cubicBezTo>
                  <a:pt x="115" y="520"/>
                  <a:pt x="115" y="520"/>
                  <a:pt x="115" y="520"/>
                </a:cubicBezTo>
                <a:cubicBezTo>
                  <a:pt x="117" y="519"/>
                  <a:pt x="118" y="518"/>
                  <a:pt x="119" y="516"/>
                </a:cubicBezTo>
                <a:cubicBezTo>
                  <a:pt x="119" y="514"/>
                  <a:pt x="120" y="512"/>
                  <a:pt x="119" y="510"/>
                </a:cubicBezTo>
                <a:cubicBezTo>
                  <a:pt x="119" y="508"/>
                  <a:pt x="118" y="506"/>
                  <a:pt x="117" y="504"/>
                </a:cubicBezTo>
                <a:cubicBezTo>
                  <a:pt x="115" y="502"/>
                  <a:pt x="114" y="500"/>
                  <a:pt x="112" y="499"/>
                </a:cubicBezTo>
                <a:cubicBezTo>
                  <a:pt x="111" y="498"/>
                  <a:pt x="109" y="497"/>
                  <a:pt x="107" y="497"/>
                </a:cubicBezTo>
                <a:cubicBezTo>
                  <a:pt x="105" y="497"/>
                  <a:pt x="104" y="498"/>
                  <a:pt x="102" y="499"/>
                </a:cubicBezTo>
                <a:cubicBezTo>
                  <a:pt x="101" y="500"/>
                  <a:pt x="100" y="501"/>
                  <a:pt x="99" y="502"/>
                </a:cubicBezTo>
                <a:cubicBezTo>
                  <a:pt x="99" y="503"/>
                  <a:pt x="98" y="505"/>
                  <a:pt x="98" y="507"/>
                </a:cubicBezTo>
                <a:cubicBezTo>
                  <a:pt x="99" y="508"/>
                  <a:pt x="99" y="511"/>
                  <a:pt x="100" y="514"/>
                </a:cubicBezTo>
                <a:cubicBezTo>
                  <a:pt x="101" y="517"/>
                  <a:pt x="102" y="519"/>
                  <a:pt x="102" y="520"/>
                </a:cubicBezTo>
                <a:cubicBezTo>
                  <a:pt x="102" y="521"/>
                  <a:pt x="102" y="523"/>
                  <a:pt x="102" y="523"/>
                </a:cubicBezTo>
                <a:cubicBezTo>
                  <a:pt x="102" y="524"/>
                  <a:pt x="101" y="525"/>
                  <a:pt x="100" y="526"/>
                </a:cubicBezTo>
                <a:cubicBezTo>
                  <a:pt x="99" y="526"/>
                  <a:pt x="98" y="527"/>
                  <a:pt x="97" y="527"/>
                </a:cubicBezTo>
                <a:cubicBezTo>
                  <a:pt x="96" y="526"/>
                  <a:pt x="95" y="526"/>
                  <a:pt x="94" y="525"/>
                </a:cubicBezTo>
                <a:cubicBezTo>
                  <a:pt x="92" y="524"/>
                  <a:pt x="91" y="523"/>
                  <a:pt x="90" y="522"/>
                </a:cubicBezTo>
                <a:cubicBezTo>
                  <a:pt x="89" y="520"/>
                  <a:pt x="89" y="518"/>
                  <a:pt x="89" y="517"/>
                </a:cubicBezTo>
                <a:cubicBezTo>
                  <a:pt x="88" y="515"/>
                  <a:pt x="88" y="513"/>
                  <a:pt x="89" y="512"/>
                </a:cubicBezTo>
                <a:cubicBezTo>
                  <a:pt x="89" y="511"/>
                  <a:pt x="90" y="510"/>
                  <a:pt x="92" y="509"/>
                </a:cubicBezTo>
                <a:cubicBezTo>
                  <a:pt x="89" y="505"/>
                  <a:pt x="89" y="505"/>
                  <a:pt x="89" y="505"/>
                </a:cubicBezTo>
                <a:close/>
                <a:moveTo>
                  <a:pt x="109" y="552"/>
                </a:moveTo>
                <a:cubicBezTo>
                  <a:pt x="132" y="532"/>
                  <a:pt x="132" y="532"/>
                  <a:pt x="132" y="532"/>
                </a:cubicBezTo>
                <a:cubicBezTo>
                  <a:pt x="124" y="523"/>
                  <a:pt x="124" y="523"/>
                  <a:pt x="124" y="523"/>
                </a:cubicBezTo>
                <a:cubicBezTo>
                  <a:pt x="127" y="521"/>
                  <a:pt x="127" y="521"/>
                  <a:pt x="127" y="521"/>
                </a:cubicBezTo>
                <a:cubicBezTo>
                  <a:pt x="145" y="541"/>
                  <a:pt x="145" y="541"/>
                  <a:pt x="145" y="541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36"/>
                  <a:pt x="135" y="536"/>
                  <a:pt x="135" y="536"/>
                </a:cubicBezTo>
                <a:cubicBezTo>
                  <a:pt x="112" y="556"/>
                  <a:pt x="112" y="556"/>
                  <a:pt x="112" y="556"/>
                </a:cubicBezTo>
                <a:cubicBezTo>
                  <a:pt x="109" y="552"/>
                  <a:pt x="109" y="552"/>
                  <a:pt x="109" y="552"/>
                </a:cubicBezTo>
                <a:close/>
                <a:moveTo>
                  <a:pt x="128" y="573"/>
                </a:moveTo>
                <a:cubicBezTo>
                  <a:pt x="146" y="591"/>
                  <a:pt x="146" y="591"/>
                  <a:pt x="146" y="591"/>
                </a:cubicBezTo>
                <a:cubicBezTo>
                  <a:pt x="149" y="588"/>
                  <a:pt x="149" y="588"/>
                  <a:pt x="149" y="588"/>
                </a:cubicBezTo>
                <a:cubicBezTo>
                  <a:pt x="134" y="574"/>
                  <a:pt x="134" y="574"/>
                  <a:pt x="134" y="574"/>
                </a:cubicBezTo>
                <a:cubicBezTo>
                  <a:pt x="142" y="565"/>
                  <a:pt x="142" y="565"/>
                  <a:pt x="142" y="565"/>
                </a:cubicBezTo>
                <a:cubicBezTo>
                  <a:pt x="156" y="578"/>
                  <a:pt x="156" y="578"/>
                  <a:pt x="156" y="578"/>
                </a:cubicBezTo>
                <a:cubicBezTo>
                  <a:pt x="159" y="575"/>
                  <a:pt x="159" y="575"/>
                  <a:pt x="159" y="575"/>
                </a:cubicBezTo>
                <a:cubicBezTo>
                  <a:pt x="145" y="562"/>
                  <a:pt x="145" y="562"/>
                  <a:pt x="145" y="562"/>
                </a:cubicBezTo>
                <a:cubicBezTo>
                  <a:pt x="152" y="555"/>
                  <a:pt x="152" y="555"/>
                  <a:pt x="152" y="555"/>
                </a:cubicBezTo>
                <a:cubicBezTo>
                  <a:pt x="167" y="569"/>
                  <a:pt x="167" y="569"/>
                  <a:pt x="167" y="569"/>
                </a:cubicBezTo>
                <a:cubicBezTo>
                  <a:pt x="170" y="566"/>
                  <a:pt x="170" y="566"/>
                  <a:pt x="170" y="566"/>
                </a:cubicBezTo>
                <a:cubicBezTo>
                  <a:pt x="152" y="548"/>
                  <a:pt x="152" y="548"/>
                  <a:pt x="152" y="548"/>
                </a:cubicBezTo>
                <a:cubicBezTo>
                  <a:pt x="128" y="573"/>
                  <a:pt x="128" y="573"/>
                  <a:pt x="128" y="573"/>
                </a:cubicBezTo>
                <a:close/>
                <a:moveTo>
                  <a:pt x="158" y="600"/>
                </a:moveTo>
                <a:cubicBezTo>
                  <a:pt x="178" y="572"/>
                  <a:pt x="178" y="572"/>
                  <a:pt x="178" y="572"/>
                </a:cubicBezTo>
                <a:cubicBezTo>
                  <a:pt x="190" y="581"/>
                  <a:pt x="190" y="581"/>
                  <a:pt x="190" y="581"/>
                </a:cubicBezTo>
                <a:cubicBezTo>
                  <a:pt x="193" y="583"/>
                  <a:pt x="195" y="584"/>
                  <a:pt x="195" y="586"/>
                </a:cubicBezTo>
                <a:cubicBezTo>
                  <a:pt x="196" y="587"/>
                  <a:pt x="197" y="589"/>
                  <a:pt x="197" y="591"/>
                </a:cubicBezTo>
                <a:cubicBezTo>
                  <a:pt x="197" y="593"/>
                  <a:pt x="196" y="594"/>
                  <a:pt x="195" y="596"/>
                </a:cubicBezTo>
                <a:cubicBezTo>
                  <a:pt x="193" y="598"/>
                  <a:pt x="191" y="599"/>
                  <a:pt x="189" y="599"/>
                </a:cubicBezTo>
                <a:cubicBezTo>
                  <a:pt x="187" y="600"/>
                  <a:pt x="184" y="599"/>
                  <a:pt x="181" y="598"/>
                </a:cubicBezTo>
                <a:cubicBezTo>
                  <a:pt x="182" y="599"/>
                  <a:pt x="182" y="600"/>
                  <a:pt x="183" y="601"/>
                </a:cubicBezTo>
                <a:cubicBezTo>
                  <a:pt x="183" y="603"/>
                  <a:pt x="183" y="605"/>
                  <a:pt x="183" y="607"/>
                </a:cubicBezTo>
                <a:cubicBezTo>
                  <a:pt x="182" y="618"/>
                  <a:pt x="182" y="618"/>
                  <a:pt x="182" y="618"/>
                </a:cubicBezTo>
                <a:cubicBezTo>
                  <a:pt x="178" y="614"/>
                  <a:pt x="178" y="614"/>
                  <a:pt x="178" y="614"/>
                </a:cubicBezTo>
                <a:cubicBezTo>
                  <a:pt x="178" y="606"/>
                  <a:pt x="178" y="606"/>
                  <a:pt x="178" y="606"/>
                </a:cubicBezTo>
                <a:cubicBezTo>
                  <a:pt x="178" y="603"/>
                  <a:pt x="178" y="602"/>
                  <a:pt x="178" y="600"/>
                </a:cubicBezTo>
                <a:cubicBezTo>
                  <a:pt x="178" y="599"/>
                  <a:pt x="178" y="598"/>
                  <a:pt x="178" y="597"/>
                </a:cubicBezTo>
                <a:cubicBezTo>
                  <a:pt x="177" y="596"/>
                  <a:pt x="177" y="596"/>
                  <a:pt x="177" y="595"/>
                </a:cubicBezTo>
                <a:cubicBezTo>
                  <a:pt x="176" y="595"/>
                  <a:pt x="176" y="594"/>
                  <a:pt x="175" y="593"/>
                </a:cubicBezTo>
                <a:cubicBezTo>
                  <a:pt x="170" y="590"/>
                  <a:pt x="170" y="590"/>
                  <a:pt x="170" y="590"/>
                </a:cubicBezTo>
                <a:cubicBezTo>
                  <a:pt x="161" y="603"/>
                  <a:pt x="161" y="603"/>
                  <a:pt x="161" y="603"/>
                </a:cubicBezTo>
                <a:cubicBezTo>
                  <a:pt x="158" y="600"/>
                  <a:pt x="158" y="600"/>
                  <a:pt x="158" y="600"/>
                </a:cubicBezTo>
                <a:close/>
                <a:moveTo>
                  <a:pt x="173" y="587"/>
                </a:moveTo>
                <a:cubicBezTo>
                  <a:pt x="181" y="593"/>
                  <a:pt x="181" y="593"/>
                  <a:pt x="181" y="593"/>
                </a:cubicBezTo>
                <a:cubicBezTo>
                  <a:pt x="182" y="594"/>
                  <a:pt x="184" y="595"/>
                  <a:pt x="185" y="595"/>
                </a:cubicBezTo>
                <a:cubicBezTo>
                  <a:pt x="186" y="595"/>
                  <a:pt x="187" y="595"/>
                  <a:pt x="188" y="595"/>
                </a:cubicBezTo>
                <a:cubicBezTo>
                  <a:pt x="189" y="595"/>
                  <a:pt x="190" y="594"/>
                  <a:pt x="191" y="593"/>
                </a:cubicBezTo>
                <a:cubicBezTo>
                  <a:pt x="192" y="592"/>
                  <a:pt x="192" y="590"/>
                  <a:pt x="192" y="589"/>
                </a:cubicBezTo>
                <a:cubicBezTo>
                  <a:pt x="192" y="587"/>
                  <a:pt x="190" y="586"/>
                  <a:pt x="188" y="584"/>
                </a:cubicBezTo>
                <a:cubicBezTo>
                  <a:pt x="179" y="578"/>
                  <a:pt x="179" y="578"/>
                  <a:pt x="179" y="578"/>
                </a:cubicBezTo>
                <a:cubicBezTo>
                  <a:pt x="173" y="587"/>
                  <a:pt x="173" y="587"/>
                  <a:pt x="173" y="587"/>
                </a:cubicBezTo>
                <a:close/>
                <a:moveTo>
                  <a:pt x="193" y="624"/>
                </a:moveTo>
                <a:cubicBezTo>
                  <a:pt x="197" y="626"/>
                  <a:pt x="197" y="626"/>
                  <a:pt x="197" y="626"/>
                </a:cubicBezTo>
                <a:cubicBezTo>
                  <a:pt x="209" y="602"/>
                  <a:pt x="209" y="602"/>
                  <a:pt x="209" y="602"/>
                </a:cubicBezTo>
                <a:cubicBezTo>
                  <a:pt x="213" y="635"/>
                  <a:pt x="213" y="635"/>
                  <a:pt x="213" y="635"/>
                </a:cubicBezTo>
                <a:cubicBezTo>
                  <a:pt x="217" y="637"/>
                  <a:pt x="217" y="637"/>
                  <a:pt x="217" y="637"/>
                </a:cubicBezTo>
                <a:cubicBezTo>
                  <a:pt x="233" y="606"/>
                  <a:pt x="233" y="606"/>
                  <a:pt x="233" y="606"/>
                </a:cubicBezTo>
                <a:cubicBezTo>
                  <a:pt x="229" y="604"/>
                  <a:pt x="229" y="604"/>
                  <a:pt x="229" y="604"/>
                </a:cubicBezTo>
                <a:cubicBezTo>
                  <a:pt x="216" y="628"/>
                  <a:pt x="216" y="628"/>
                  <a:pt x="216" y="628"/>
                </a:cubicBezTo>
                <a:cubicBezTo>
                  <a:pt x="213" y="596"/>
                  <a:pt x="213" y="596"/>
                  <a:pt x="213" y="596"/>
                </a:cubicBezTo>
                <a:cubicBezTo>
                  <a:pt x="209" y="594"/>
                  <a:pt x="209" y="594"/>
                  <a:pt x="209" y="594"/>
                </a:cubicBezTo>
                <a:cubicBezTo>
                  <a:pt x="193" y="624"/>
                  <a:pt x="193" y="624"/>
                  <a:pt x="193" y="624"/>
                </a:cubicBezTo>
                <a:close/>
                <a:moveTo>
                  <a:pt x="294" y="662"/>
                </a:moveTo>
                <a:cubicBezTo>
                  <a:pt x="290" y="661"/>
                  <a:pt x="290" y="661"/>
                  <a:pt x="290" y="661"/>
                </a:cubicBezTo>
                <a:cubicBezTo>
                  <a:pt x="295" y="634"/>
                  <a:pt x="295" y="634"/>
                  <a:pt x="295" y="634"/>
                </a:cubicBezTo>
                <a:cubicBezTo>
                  <a:pt x="294" y="635"/>
                  <a:pt x="292" y="636"/>
                  <a:pt x="290" y="636"/>
                </a:cubicBezTo>
                <a:cubicBezTo>
                  <a:pt x="289" y="637"/>
                  <a:pt x="287" y="637"/>
                  <a:pt x="286" y="638"/>
                </a:cubicBezTo>
                <a:cubicBezTo>
                  <a:pt x="286" y="634"/>
                  <a:pt x="286" y="634"/>
                  <a:pt x="286" y="634"/>
                </a:cubicBezTo>
                <a:cubicBezTo>
                  <a:pt x="289" y="633"/>
                  <a:pt x="291" y="632"/>
                  <a:pt x="293" y="631"/>
                </a:cubicBezTo>
                <a:cubicBezTo>
                  <a:pt x="295" y="630"/>
                  <a:pt x="297" y="628"/>
                  <a:pt x="298" y="627"/>
                </a:cubicBezTo>
                <a:cubicBezTo>
                  <a:pt x="300" y="627"/>
                  <a:pt x="300" y="627"/>
                  <a:pt x="300" y="627"/>
                </a:cubicBezTo>
                <a:cubicBezTo>
                  <a:pt x="294" y="662"/>
                  <a:pt x="294" y="662"/>
                  <a:pt x="294" y="662"/>
                </a:cubicBezTo>
                <a:close/>
                <a:moveTo>
                  <a:pt x="321" y="657"/>
                </a:moveTo>
                <a:cubicBezTo>
                  <a:pt x="325" y="657"/>
                  <a:pt x="325" y="657"/>
                  <a:pt x="325" y="657"/>
                </a:cubicBezTo>
                <a:cubicBezTo>
                  <a:pt x="325" y="659"/>
                  <a:pt x="326" y="660"/>
                  <a:pt x="327" y="661"/>
                </a:cubicBezTo>
                <a:cubicBezTo>
                  <a:pt x="328" y="662"/>
                  <a:pt x="329" y="663"/>
                  <a:pt x="330" y="663"/>
                </a:cubicBezTo>
                <a:cubicBezTo>
                  <a:pt x="332" y="663"/>
                  <a:pt x="333" y="663"/>
                  <a:pt x="334" y="662"/>
                </a:cubicBezTo>
                <a:cubicBezTo>
                  <a:pt x="335" y="662"/>
                  <a:pt x="336" y="661"/>
                  <a:pt x="336" y="660"/>
                </a:cubicBezTo>
                <a:cubicBezTo>
                  <a:pt x="337" y="659"/>
                  <a:pt x="338" y="658"/>
                  <a:pt x="338" y="656"/>
                </a:cubicBezTo>
                <a:cubicBezTo>
                  <a:pt x="339" y="655"/>
                  <a:pt x="339" y="653"/>
                  <a:pt x="339" y="651"/>
                </a:cubicBezTo>
                <a:cubicBezTo>
                  <a:pt x="339" y="651"/>
                  <a:pt x="339" y="651"/>
                  <a:pt x="339" y="650"/>
                </a:cubicBezTo>
                <a:cubicBezTo>
                  <a:pt x="338" y="652"/>
                  <a:pt x="337" y="653"/>
                  <a:pt x="336" y="653"/>
                </a:cubicBezTo>
                <a:cubicBezTo>
                  <a:pt x="334" y="654"/>
                  <a:pt x="333" y="654"/>
                  <a:pt x="331" y="654"/>
                </a:cubicBezTo>
                <a:cubicBezTo>
                  <a:pt x="328" y="654"/>
                  <a:pt x="326" y="653"/>
                  <a:pt x="324" y="650"/>
                </a:cubicBezTo>
                <a:cubicBezTo>
                  <a:pt x="322" y="648"/>
                  <a:pt x="321" y="645"/>
                  <a:pt x="322" y="642"/>
                </a:cubicBezTo>
                <a:cubicBezTo>
                  <a:pt x="322" y="638"/>
                  <a:pt x="323" y="636"/>
                  <a:pt x="325" y="634"/>
                </a:cubicBezTo>
                <a:cubicBezTo>
                  <a:pt x="328" y="632"/>
                  <a:pt x="330" y="631"/>
                  <a:pt x="333" y="631"/>
                </a:cubicBezTo>
                <a:cubicBezTo>
                  <a:pt x="336" y="631"/>
                  <a:pt x="338" y="632"/>
                  <a:pt x="339" y="634"/>
                </a:cubicBezTo>
                <a:cubicBezTo>
                  <a:pt x="341" y="635"/>
                  <a:pt x="342" y="637"/>
                  <a:pt x="343" y="639"/>
                </a:cubicBezTo>
                <a:cubicBezTo>
                  <a:pt x="344" y="641"/>
                  <a:pt x="344" y="645"/>
                  <a:pt x="344" y="649"/>
                </a:cubicBezTo>
                <a:cubicBezTo>
                  <a:pt x="343" y="653"/>
                  <a:pt x="343" y="657"/>
                  <a:pt x="341" y="659"/>
                </a:cubicBezTo>
                <a:cubicBezTo>
                  <a:pt x="340" y="662"/>
                  <a:pt x="339" y="664"/>
                  <a:pt x="337" y="665"/>
                </a:cubicBezTo>
                <a:cubicBezTo>
                  <a:pt x="335" y="666"/>
                  <a:pt x="332" y="667"/>
                  <a:pt x="330" y="666"/>
                </a:cubicBezTo>
                <a:cubicBezTo>
                  <a:pt x="327" y="666"/>
                  <a:pt x="325" y="665"/>
                  <a:pt x="323" y="664"/>
                </a:cubicBezTo>
                <a:cubicBezTo>
                  <a:pt x="322" y="662"/>
                  <a:pt x="321" y="660"/>
                  <a:pt x="321" y="657"/>
                </a:cubicBezTo>
                <a:close/>
                <a:moveTo>
                  <a:pt x="340" y="643"/>
                </a:moveTo>
                <a:cubicBezTo>
                  <a:pt x="340" y="641"/>
                  <a:pt x="339" y="639"/>
                  <a:pt x="338" y="637"/>
                </a:cubicBezTo>
                <a:cubicBezTo>
                  <a:pt x="337" y="636"/>
                  <a:pt x="335" y="635"/>
                  <a:pt x="334" y="635"/>
                </a:cubicBezTo>
                <a:cubicBezTo>
                  <a:pt x="332" y="635"/>
                  <a:pt x="330" y="635"/>
                  <a:pt x="329" y="637"/>
                </a:cubicBezTo>
                <a:cubicBezTo>
                  <a:pt x="327" y="638"/>
                  <a:pt x="326" y="640"/>
                  <a:pt x="326" y="642"/>
                </a:cubicBezTo>
                <a:cubicBezTo>
                  <a:pt x="326" y="645"/>
                  <a:pt x="326" y="646"/>
                  <a:pt x="327" y="648"/>
                </a:cubicBezTo>
                <a:cubicBezTo>
                  <a:pt x="329" y="649"/>
                  <a:pt x="330" y="650"/>
                  <a:pt x="332" y="650"/>
                </a:cubicBezTo>
                <a:cubicBezTo>
                  <a:pt x="334" y="651"/>
                  <a:pt x="336" y="650"/>
                  <a:pt x="337" y="649"/>
                </a:cubicBezTo>
                <a:cubicBezTo>
                  <a:pt x="339" y="648"/>
                  <a:pt x="339" y="646"/>
                  <a:pt x="340" y="643"/>
                </a:cubicBezTo>
                <a:close/>
                <a:moveTo>
                  <a:pt x="383" y="661"/>
                </a:moveTo>
                <a:cubicBezTo>
                  <a:pt x="383" y="665"/>
                  <a:pt x="383" y="665"/>
                  <a:pt x="383" y="665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360" y="666"/>
                  <a:pt x="360" y="665"/>
                  <a:pt x="361" y="664"/>
                </a:cubicBezTo>
                <a:cubicBezTo>
                  <a:pt x="361" y="662"/>
                  <a:pt x="362" y="661"/>
                  <a:pt x="363" y="659"/>
                </a:cubicBezTo>
                <a:cubicBezTo>
                  <a:pt x="364" y="658"/>
                  <a:pt x="366" y="656"/>
                  <a:pt x="368" y="653"/>
                </a:cubicBezTo>
                <a:cubicBezTo>
                  <a:pt x="372" y="650"/>
                  <a:pt x="374" y="647"/>
                  <a:pt x="375" y="646"/>
                </a:cubicBezTo>
                <a:cubicBezTo>
                  <a:pt x="376" y="644"/>
                  <a:pt x="377" y="642"/>
                  <a:pt x="377" y="640"/>
                </a:cubicBezTo>
                <a:cubicBezTo>
                  <a:pt x="376" y="639"/>
                  <a:pt x="376" y="637"/>
                  <a:pt x="374" y="636"/>
                </a:cubicBezTo>
                <a:cubicBezTo>
                  <a:pt x="373" y="635"/>
                  <a:pt x="372" y="635"/>
                  <a:pt x="370" y="635"/>
                </a:cubicBezTo>
                <a:cubicBezTo>
                  <a:pt x="368" y="635"/>
                  <a:pt x="366" y="636"/>
                  <a:pt x="365" y="637"/>
                </a:cubicBezTo>
                <a:cubicBezTo>
                  <a:pt x="364" y="638"/>
                  <a:pt x="363" y="640"/>
                  <a:pt x="363" y="642"/>
                </a:cubicBezTo>
                <a:cubicBezTo>
                  <a:pt x="359" y="642"/>
                  <a:pt x="359" y="642"/>
                  <a:pt x="359" y="642"/>
                </a:cubicBezTo>
                <a:cubicBezTo>
                  <a:pt x="359" y="639"/>
                  <a:pt x="360" y="636"/>
                  <a:pt x="362" y="635"/>
                </a:cubicBezTo>
                <a:cubicBezTo>
                  <a:pt x="364" y="633"/>
                  <a:pt x="366" y="632"/>
                  <a:pt x="369" y="631"/>
                </a:cubicBezTo>
                <a:cubicBezTo>
                  <a:pt x="373" y="631"/>
                  <a:pt x="375" y="632"/>
                  <a:pt x="378" y="633"/>
                </a:cubicBezTo>
                <a:cubicBezTo>
                  <a:pt x="380" y="635"/>
                  <a:pt x="381" y="637"/>
                  <a:pt x="381" y="640"/>
                </a:cubicBezTo>
                <a:cubicBezTo>
                  <a:pt x="381" y="641"/>
                  <a:pt x="381" y="643"/>
                  <a:pt x="381" y="644"/>
                </a:cubicBezTo>
                <a:cubicBezTo>
                  <a:pt x="380" y="645"/>
                  <a:pt x="379" y="647"/>
                  <a:pt x="378" y="649"/>
                </a:cubicBezTo>
                <a:cubicBezTo>
                  <a:pt x="377" y="650"/>
                  <a:pt x="375" y="652"/>
                  <a:pt x="372" y="655"/>
                </a:cubicBezTo>
                <a:cubicBezTo>
                  <a:pt x="370" y="658"/>
                  <a:pt x="368" y="659"/>
                  <a:pt x="368" y="660"/>
                </a:cubicBezTo>
                <a:cubicBezTo>
                  <a:pt x="367" y="661"/>
                  <a:pt x="366" y="662"/>
                  <a:pt x="366" y="662"/>
                </a:cubicBezTo>
                <a:cubicBezTo>
                  <a:pt x="383" y="661"/>
                  <a:pt x="383" y="661"/>
                  <a:pt x="383" y="661"/>
                </a:cubicBezTo>
                <a:close/>
                <a:moveTo>
                  <a:pt x="401" y="653"/>
                </a:moveTo>
                <a:cubicBezTo>
                  <a:pt x="405" y="652"/>
                  <a:pt x="405" y="652"/>
                  <a:pt x="405" y="652"/>
                </a:cubicBezTo>
                <a:cubicBezTo>
                  <a:pt x="406" y="654"/>
                  <a:pt x="407" y="656"/>
                  <a:pt x="408" y="657"/>
                </a:cubicBezTo>
                <a:cubicBezTo>
                  <a:pt x="410" y="658"/>
                  <a:pt x="411" y="658"/>
                  <a:pt x="413" y="658"/>
                </a:cubicBezTo>
                <a:cubicBezTo>
                  <a:pt x="415" y="657"/>
                  <a:pt x="416" y="656"/>
                  <a:pt x="417" y="655"/>
                </a:cubicBezTo>
                <a:cubicBezTo>
                  <a:pt x="418" y="653"/>
                  <a:pt x="419" y="651"/>
                  <a:pt x="419" y="649"/>
                </a:cubicBezTo>
                <a:cubicBezTo>
                  <a:pt x="418" y="647"/>
                  <a:pt x="417" y="646"/>
                  <a:pt x="416" y="645"/>
                </a:cubicBezTo>
                <a:cubicBezTo>
                  <a:pt x="414" y="644"/>
                  <a:pt x="413" y="644"/>
                  <a:pt x="411" y="644"/>
                </a:cubicBezTo>
                <a:cubicBezTo>
                  <a:pt x="410" y="644"/>
                  <a:pt x="409" y="644"/>
                  <a:pt x="408" y="645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08" y="641"/>
                  <a:pt x="408" y="641"/>
                  <a:pt x="408" y="641"/>
                </a:cubicBezTo>
                <a:cubicBezTo>
                  <a:pt x="410" y="641"/>
                  <a:pt x="412" y="640"/>
                  <a:pt x="413" y="639"/>
                </a:cubicBezTo>
                <a:cubicBezTo>
                  <a:pt x="414" y="638"/>
                  <a:pt x="415" y="636"/>
                  <a:pt x="414" y="634"/>
                </a:cubicBezTo>
                <a:cubicBezTo>
                  <a:pt x="414" y="633"/>
                  <a:pt x="413" y="631"/>
                  <a:pt x="412" y="631"/>
                </a:cubicBezTo>
                <a:cubicBezTo>
                  <a:pt x="411" y="630"/>
                  <a:pt x="409" y="629"/>
                  <a:pt x="408" y="630"/>
                </a:cubicBezTo>
                <a:cubicBezTo>
                  <a:pt x="406" y="630"/>
                  <a:pt x="405" y="631"/>
                  <a:pt x="404" y="632"/>
                </a:cubicBezTo>
                <a:cubicBezTo>
                  <a:pt x="403" y="633"/>
                  <a:pt x="403" y="635"/>
                  <a:pt x="403" y="637"/>
                </a:cubicBezTo>
                <a:cubicBezTo>
                  <a:pt x="398" y="637"/>
                  <a:pt x="398" y="637"/>
                  <a:pt x="398" y="637"/>
                </a:cubicBezTo>
                <a:cubicBezTo>
                  <a:pt x="398" y="634"/>
                  <a:pt x="399" y="632"/>
                  <a:pt x="401" y="630"/>
                </a:cubicBezTo>
                <a:cubicBezTo>
                  <a:pt x="402" y="628"/>
                  <a:pt x="404" y="627"/>
                  <a:pt x="407" y="626"/>
                </a:cubicBezTo>
                <a:cubicBezTo>
                  <a:pt x="409" y="626"/>
                  <a:pt x="411" y="626"/>
                  <a:pt x="412" y="627"/>
                </a:cubicBezTo>
                <a:cubicBezTo>
                  <a:pt x="414" y="627"/>
                  <a:pt x="415" y="628"/>
                  <a:pt x="417" y="629"/>
                </a:cubicBezTo>
                <a:cubicBezTo>
                  <a:pt x="418" y="630"/>
                  <a:pt x="418" y="632"/>
                  <a:pt x="419" y="633"/>
                </a:cubicBezTo>
                <a:cubicBezTo>
                  <a:pt x="419" y="635"/>
                  <a:pt x="419" y="636"/>
                  <a:pt x="418" y="638"/>
                </a:cubicBezTo>
                <a:cubicBezTo>
                  <a:pt x="418" y="639"/>
                  <a:pt x="417" y="640"/>
                  <a:pt x="415" y="641"/>
                </a:cubicBezTo>
                <a:cubicBezTo>
                  <a:pt x="417" y="641"/>
                  <a:pt x="419" y="642"/>
                  <a:pt x="420" y="643"/>
                </a:cubicBezTo>
                <a:cubicBezTo>
                  <a:pt x="422" y="644"/>
                  <a:pt x="423" y="646"/>
                  <a:pt x="423" y="648"/>
                </a:cubicBezTo>
                <a:cubicBezTo>
                  <a:pt x="423" y="651"/>
                  <a:pt x="423" y="654"/>
                  <a:pt x="421" y="657"/>
                </a:cubicBezTo>
                <a:cubicBezTo>
                  <a:pt x="419" y="659"/>
                  <a:pt x="417" y="661"/>
                  <a:pt x="413" y="661"/>
                </a:cubicBezTo>
                <a:cubicBezTo>
                  <a:pt x="410" y="662"/>
                  <a:pt x="408" y="661"/>
                  <a:pt x="405" y="660"/>
                </a:cubicBezTo>
                <a:cubicBezTo>
                  <a:pt x="403" y="658"/>
                  <a:pt x="402" y="656"/>
                  <a:pt x="401" y="653"/>
                </a:cubicBezTo>
                <a:close/>
                <a:moveTo>
                  <a:pt x="490" y="596"/>
                </a:moveTo>
                <a:cubicBezTo>
                  <a:pt x="494" y="593"/>
                  <a:pt x="494" y="593"/>
                  <a:pt x="494" y="593"/>
                </a:cubicBezTo>
                <a:cubicBezTo>
                  <a:pt x="503" y="611"/>
                  <a:pt x="503" y="611"/>
                  <a:pt x="503" y="611"/>
                </a:cubicBezTo>
                <a:cubicBezTo>
                  <a:pt x="505" y="614"/>
                  <a:pt x="506" y="617"/>
                  <a:pt x="506" y="619"/>
                </a:cubicBezTo>
                <a:cubicBezTo>
                  <a:pt x="507" y="621"/>
                  <a:pt x="506" y="623"/>
                  <a:pt x="505" y="625"/>
                </a:cubicBezTo>
                <a:cubicBezTo>
                  <a:pt x="504" y="627"/>
                  <a:pt x="502" y="629"/>
                  <a:pt x="499" y="631"/>
                </a:cubicBezTo>
                <a:cubicBezTo>
                  <a:pt x="496" y="632"/>
                  <a:pt x="493" y="633"/>
                  <a:pt x="491" y="633"/>
                </a:cubicBezTo>
                <a:cubicBezTo>
                  <a:pt x="488" y="633"/>
                  <a:pt x="486" y="632"/>
                  <a:pt x="485" y="631"/>
                </a:cubicBezTo>
                <a:cubicBezTo>
                  <a:pt x="483" y="629"/>
                  <a:pt x="481" y="627"/>
                  <a:pt x="479" y="624"/>
                </a:cubicBezTo>
                <a:cubicBezTo>
                  <a:pt x="470" y="606"/>
                  <a:pt x="470" y="606"/>
                  <a:pt x="470" y="606"/>
                </a:cubicBezTo>
                <a:cubicBezTo>
                  <a:pt x="474" y="604"/>
                  <a:pt x="474" y="604"/>
                  <a:pt x="474" y="604"/>
                </a:cubicBezTo>
                <a:cubicBezTo>
                  <a:pt x="483" y="622"/>
                  <a:pt x="483" y="622"/>
                  <a:pt x="483" y="622"/>
                </a:cubicBezTo>
                <a:cubicBezTo>
                  <a:pt x="485" y="624"/>
                  <a:pt x="486" y="626"/>
                  <a:pt x="487" y="627"/>
                </a:cubicBezTo>
                <a:cubicBezTo>
                  <a:pt x="488" y="628"/>
                  <a:pt x="490" y="629"/>
                  <a:pt x="491" y="629"/>
                </a:cubicBezTo>
                <a:cubicBezTo>
                  <a:pt x="493" y="629"/>
                  <a:pt x="495" y="628"/>
                  <a:pt x="496" y="627"/>
                </a:cubicBezTo>
                <a:cubicBezTo>
                  <a:pt x="499" y="626"/>
                  <a:pt x="501" y="624"/>
                  <a:pt x="502" y="622"/>
                </a:cubicBezTo>
                <a:cubicBezTo>
                  <a:pt x="502" y="620"/>
                  <a:pt x="501" y="617"/>
                  <a:pt x="499" y="613"/>
                </a:cubicBezTo>
                <a:cubicBezTo>
                  <a:pt x="490" y="596"/>
                  <a:pt x="490" y="596"/>
                  <a:pt x="490" y="596"/>
                </a:cubicBezTo>
                <a:close/>
                <a:moveTo>
                  <a:pt x="535" y="608"/>
                </a:moveTo>
                <a:cubicBezTo>
                  <a:pt x="514" y="581"/>
                  <a:pt x="514" y="581"/>
                  <a:pt x="514" y="581"/>
                </a:cubicBezTo>
                <a:cubicBezTo>
                  <a:pt x="517" y="578"/>
                  <a:pt x="517" y="578"/>
                  <a:pt x="517" y="578"/>
                </a:cubicBezTo>
                <a:cubicBezTo>
                  <a:pt x="548" y="588"/>
                  <a:pt x="548" y="588"/>
                  <a:pt x="548" y="588"/>
                </a:cubicBezTo>
                <a:cubicBezTo>
                  <a:pt x="531" y="566"/>
                  <a:pt x="531" y="566"/>
                  <a:pt x="531" y="566"/>
                </a:cubicBezTo>
                <a:cubicBezTo>
                  <a:pt x="535" y="564"/>
                  <a:pt x="535" y="564"/>
                  <a:pt x="535" y="564"/>
                </a:cubicBezTo>
                <a:cubicBezTo>
                  <a:pt x="557" y="591"/>
                  <a:pt x="557" y="591"/>
                  <a:pt x="557" y="591"/>
                </a:cubicBezTo>
                <a:cubicBezTo>
                  <a:pt x="553" y="593"/>
                  <a:pt x="553" y="593"/>
                  <a:pt x="553" y="593"/>
                </a:cubicBezTo>
                <a:cubicBezTo>
                  <a:pt x="522" y="584"/>
                  <a:pt x="522" y="584"/>
                  <a:pt x="522" y="584"/>
                </a:cubicBezTo>
                <a:cubicBezTo>
                  <a:pt x="539" y="605"/>
                  <a:pt x="539" y="605"/>
                  <a:pt x="539" y="605"/>
                </a:cubicBezTo>
                <a:cubicBezTo>
                  <a:pt x="535" y="608"/>
                  <a:pt x="535" y="608"/>
                  <a:pt x="535" y="608"/>
                </a:cubicBezTo>
                <a:close/>
                <a:moveTo>
                  <a:pt x="579" y="569"/>
                </a:moveTo>
                <a:cubicBezTo>
                  <a:pt x="582" y="566"/>
                  <a:pt x="582" y="566"/>
                  <a:pt x="582" y="566"/>
                </a:cubicBezTo>
                <a:cubicBezTo>
                  <a:pt x="557" y="542"/>
                  <a:pt x="557" y="542"/>
                  <a:pt x="557" y="542"/>
                </a:cubicBezTo>
                <a:cubicBezTo>
                  <a:pt x="554" y="545"/>
                  <a:pt x="554" y="545"/>
                  <a:pt x="554" y="545"/>
                </a:cubicBezTo>
                <a:cubicBezTo>
                  <a:pt x="579" y="569"/>
                  <a:pt x="579" y="569"/>
                  <a:pt x="579" y="569"/>
                </a:cubicBezTo>
                <a:close/>
                <a:moveTo>
                  <a:pt x="608" y="535"/>
                </a:moveTo>
                <a:cubicBezTo>
                  <a:pt x="572" y="526"/>
                  <a:pt x="572" y="526"/>
                  <a:pt x="572" y="526"/>
                </a:cubicBezTo>
                <a:cubicBezTo>
                  <a:pt x="575" y="522"/>
                  <a:pt x="575" y="522"/>
                  <a:pt x="575" y="522"/>
                </a:cubicBezTo>
                <a:cubicBezTo>
                  <a:pt x="601" y="529"/>
                  <a:pt x="601" y="529"/>
                  <a:pt x="601" y="529"/>
                </a:cubicBezTo>
                <a:cubicBezTo>
                  <a:pt x="603" y="529"/>
                  <a:pt x="605" y="530"/>
                  <a:pt x="606" y="530"/>
                </a:cubicBezTo>
                <a:cubicBezTo>
                  <a:pt x="605" y="529"/>
                  <a:pt x="604" y="527"/>
                  <a:pt x="603" y="526"/>
                </a:cubicBezTo>
                <a:cubicBezTo>
                  <a:pt x="587" y="504"/>
                  <a:pt x="587" y="504"/>
                  <a:pt x="587" y="504"/>
                </a:cubicBezTo>
                <a:cubicBezTo>
                  <a:pt x="590" y="500"/>
                  <a:pt x="590" y="500"/>
                  <a:pt x="590" y="500"/>
                </a:cubicBezTo>
                <a:cubicBezTo>
                  <a:pt x="611" y="531"/>
                  <a:pt x="611" y="531"/>
                  <a:pt x="611" y="531"/>
                </a:cubicBezTo>
                <a:cubicBezTo>
                  <a:pt x="608" y="535"/>
                  <a:pt x="608" y="535"/>
                  <a:pt x="608" y="535"/>
                </a:cubicBezTo>
                <a:close/>
                <a:moveTo>
                  <a:pt x="632" y="496"/>
                </a:moveTo>
                <a:cubicBezTo>
                  <a:pt x="600" y="482"/>
                  <a:pt x="600" y="482"/>
                  <a:pt x="600" y="482"/>
                </a:cubicBezTo>
                <a:cubicBezTo>
                  <a:pt x="610" y="459"/>
                  <a:pt x="610" y="459"/>
                  <a:pt x="610" y="459"/>
                </a:cubicBezTo>
                <a:cubicBezTo>
                  <a:pt x="614" y="461"/>
                  <a:pt x="614" y="461"/>
                  <a:pt x="614" y="461"/>
                </a:cubicBezTo>
                <a:cubicBezTo>
                  <a:pt x="606" y="480"/>
                  <a:pt x="606" y="480"/>
                  <a:pt x="606" y="480"/>
                </a:cubicBezTo>
                <a:cubicBezTo>
                  <a:pt x="616" y="484"/>
                  <a:pt x="616" y="484"/>
                  <a:pt x="616" y="484"/>
                </a:cubicBezTo>
                <a:cubicBezTo>
                  <a:pt x="623" y="467"/>
                  <a:pt x="623" y="467"/>
                  <a:pt x="623" y="467"/>
                </a:cubicBezTo>
                <a:cubicBezTo>
                  <a:pt x="627" y="468"/>
                  <a:pt x="627" y="468"/>
                  <a:pt x="627" y="468"/>
                </a:cubicBezTo>
                <a:cubicBezTo>
                  <a:pt x="619" y="486"/>
                  <a:pt x="619" y="486"/>
                  <a:pt x="619" y="486"/>
                </a:cubicBezTo>
                <a:cubicBezTo>
                  <a:pt x="630" y="491"/>
                  <a:pt x="630" y="491"/>
                  <a:pt x="630" y="491"/>
                </a:cubicBezTo>
                <a:cubicBezTo>
                  <a:pt x="639" y="471"/>
                  <a:pt x="639" y="471"/>
                  <a:pt x="639" y="471"/>
                </a:cubicBezTo>
                <a:cubicBezTo>
                  <a:pt x="642" y="473"/>
                  <a:pt x="642" y="473"/>
                  <a:pt x="642" y="473"/>
                </a:cubicBezTo>
                <a:cubicBezTo>
                  <a:pt x="632" y="496"/>
                  <a:pt x="632" y="496"/>
                  <a:pt x="632" y="496"/>
                </a:cubicBezTo>
                <a:close/>
                <a:moveTo>
                  <a:pt x="653" y="446"/>
                </a:moveTo>
                <a:cubicBezTo>
                  <a:pt x="619" y="437"/>
                  <a:pt x="619" y="437"/>
                  <a:pt x="619" y="437"/>
                </a:cubicBezTo>
                <a:cubicBezTo>
                  <a:pt x="623" y="422"/>
                  <a:pt x="623" y="422"/>
                  <a:pt x="623" y="422"/>
                </a:cubicBezTo>
                <a:cubicBezTo>
                  <a:pt x="624" y="419"/>
                  <a:pt x="625" y="417"/>
                  <a:pt x="626" y="416"/>
                </a:cubicBezTo>
                <a:cubicBezTo>
                  <a:pt x="627" y="414"/>
                  <a:pt x="628" y="413"/>
                  <a:pt x="630" y="413"/>
                </a:cubicBezTo>
                <a:cubicBezTo>
                  <a:pt x="632" y="412"/>
                  <a:pt x="634" y="412"/>
                  <a:pt x="635" y="413"/>
                </a:cubicBezTo>
                <a:cubicBezTo>
                  <a:pt x="638" y="413"/>
                  <a:pt x="640" y="415"/>
                  <a:pt x="641" y="417"/>
                </a:cubicBezTo>
                <a:cubicBezTo>
                  <a:pt x="642" y="419"/>
                  <a:pt x="642" y="421"/>
                  <a:pt x="642" y="425"/>
                </a:cubicBezTo>
                <a:cubicBezTo>
                  <a:pt x="643" y="424"/>
                  <a:pt x="644" y="423"/>
                  <a:pt x="644" y="422"/>
                </a:cubicBezTo>
                <a:cubicBezTo>
                  <a:pt x="646" y="421"/>
                  <a:pt x="648" y="421"/>
                  <a:pt x="650" y="420"/>
                </a:cubicBezTo>
                <a:cubicBezTo>
                  <a:pt x="661" y="417"/>
                  <a:pt x="661" y="417"/>
                  <a:pt x="661" y="417"/>
                </a:cubicBezTo>
                <a:cubicBezTo>
                  <a:pt x="659" y="422"/>
                  <a:pt x="659" y="422"/>
                  <a:pt x="659" y="422"/>
                </a:cubicBezTo>
                <a:cubicBezTo>
                  <a:pt x="651" y="425"/>
                  <a:pt x="651" y="425"/>
                  <a:pt x="651" y="425"/>
                </a:cubicBezTo>
                <a:cubicBezTo>
                  <a:pt x="649" y="425"/>
                  <a:pt x="647" y="426"/>
                  <a:pt x="645" y="427"/>
                </a:cubicBezTo>
                <a:cubicBezTo>
                  <a:pt x="644" y="427"/>
                  <a:pt x="643" y="428"/>
                  <a:pt x="643" y="428"/>
                </a:cubicBezTo>
                <a:cubicBezTo>
                  <a:pt x="642" y="429"/>
                  <a:pt x="642" y="429"/>
                  <a:pt x="641" y="430"/>
                </a:cubicBezTo>
                <a:cubicBezTo>
                  <a:pt x="641" y="431"/>
                  <a:pt x="641" y="431"/>
                  <a:pt x="640" y="432"/>
                </a:cubicBezTo>
                <a:cubicBezTo>
                  <a:pt x="639" y="438"/>
                  <a:pt x="639" y="438"/>
                  <a:pt x="639" y="438"/>
                </a:cubicBezTo>
                <a:cubicBezTo>
                  <a:pt x="654" y="442"/>
                  <a:pt x="654" y="442"/>
                  <a:pt x="654" y="442"/>
                </a:cubicBezTo>
                <a:cubicBezTo>
                  <a:pt x="653" y="446"/>
                  <a:pt x="653" y="446"/>
                  <a:pt x="653" y="446"/>
                </a:cubicBezTo>
                <a:close/>
                <a:moveTo>
                  <a:pt x="635" y="437"/>
                </a:moveTo>
                <a:cubicBezTo>
                  <a:pt x="638" y="427"/>
                  <a:pt x="638" y="427"/>
                  <a:pt x="638" y="427"/>
                </a:cubicBezTo>
                <a:cubicBezTo>
                  <a:pt x="638" y="425"/>
                  <a:pt x="638" y="423"/>
                  <a:pt x="638" y="422"/>
                </a:cubicBezTo>
                <a:cubicBezTo>
                  <a:pt x="638" y="421"/>
                  <a:pt x="638" y="420"/>
                  <a:pt x="637" y="419"/>
                </a:cubicBezTo>
                <a:cubicBezTo>
                  <a:pt x="636" y="418"/>
                  <a:pt x="635" y="418"/>
                  <a:pt x="634" y="417"/>
                </a:cubicBezTo>
                <a:cubicBezTo>
                  <a:pt x="633" y="417"/>
                  <a:pt x="631" y="417"/>
                  <a:pt x="630" y="418"/>
                </a:cubicBezTo>
                <a:cubicBezTo>
                  <a:pt x="629" y="419"/>
                  <a:pt x="628" y="421"/>
                  <a:pt x="627" y="423"/>
                </a:cubicBezTo>
                <a:cubicBezTo>
                  <a:pt x="624" y="434"/>
                  <a:pt x="624" y="434"/>
                  <a:pt x="624" y="434"/>
                </a:cubicBezTo>
                <a:cubicBezTo>
                  <a:pt x="635" y="437"/>
                  <a:pt x="635" y="437"/>
                  <a:pt x="635" y="437"/>
                </a:cubicBezTo>
                <a:close/>
                <a:moveTo>
                  <a:pt x="654" y="391"/>
                </a:moveTo>
                <a:cubicBezTo>
                  <a:pt x="654" y="386"/>
                  <a:pt x="654" y="386"/>
                  <a:pt x="654" y="386"/>
                </a:cubicBezTo>
                <a:cubicBezTo>
                  <a:pt x="655" y="386"/>
                  <a:pt x="657" y="386"/>
                  <a:pt x="658" y="385"/>
                </a:cubicBezTo>
                <a:cubicBezTo>
                  <a:pt x="659" y="385"/>
                  <a:pt x="660" y="383"/>
                  <a:pt x="661" y="382"/>
                </a:cubicBezTo>
                <a:cubicBezTo>
                  <a:pt x="662" y="380"/>
                  <a:pt x="662" y="379"/>
                  <a:pt x="662" y="377"/>
                </a:cubicBezTo>
                <a:cubicBezTo>
                  <a:pt x="662" y="375"/>
                  <a:pt x="662" y="373"/>
                  <a:pt x="662" y="372"/>
                </a:cubicBezTo>
                <a:cubicBezTo>
                  <a:pt x="661" y="371"/>
                  <a:pt x="661" y="370"/>
                  <a:pt x="660" y="369"/>
                </a:cubicBezTo>
                <a:cubicBezTo>
                  <a:pt x="659" y="368"/>
                  <a:pt x="658" y="368"/>
                  <a:pt x="657" y="368"/>
                </a:cubicBezTo>
                <a:cubicBezTo>
                  <a:pt x="656" y="368"/>
                  <a:pt x="655" y="368"/>
                  <a:pt x="654" y="368"/>
                </a:cubicBezTo>
                <a:cubicBezTo>
                  <a:pt x="653" y="369"/>
                  <a:pt x="652" y="370"/>
                  <a:pt x="652" y="371"/>
                </a:cubicBezTo>
                <a:cubicBezTo>
                  <a:pt x="651" y="372"/>
                  <a:pt x="651" y="374"/>
                  <a:pt x="650" y="377"/>
                </a:cubicBezTo>
                <a:cubicBezTo>
                  <a:pt x="649" y="381"/>
                  <a:pt x="648" y="383"/>
                  <a:pt x="647" y="384"/>
                </a:cubicBezTo>
                <a:cubicBezTo>
                  <a:pt x="646" y="386"/>
                  <a:pt x="645" y="387"/>
                  <a:pt x="644" y="387"/>
                </a:cubicBezTo>
                <a:cubicBezTo>
                  <a:pt x="642" y="388"/>
                  <a:pt x="641" y="388"/>
                  <a:pt x="639" y="388"/>
                </a:cubicBezTo>
                <a:cubicBezTo>
                  <a:pt x="638" y="388"/>
                  <a:pt x="636" y="388"/>
                  <a:pt x="634" y="387"/>
                </a:cubicBezTo>
                <a:cubicBezTo>
                  <a:pt x="633" y="385"/>
                  <a:pt x="632" y="384"/>
                  <a:pt x="631" y="382"/>
                </a:cubicBezTo>
                <a:cubicBezTo>
                  <a:pt x="631" y="380"/>
                  <a:pt x="630" y="378"/>
                  <a:pt x="631" y="376"/>
                </a:cubicBezTo>
                <a:cubicBezTo>
                  <a:pt x="631" y="373"/>
                  <a:pt x="631" y="371"/>
                  <a:pt x="632" y="369"/>
                </a:cubicBezTo>
                <a:cubicBezTo>
                  <a:pt x="633" y="367"/>
                  <a:pt x="635" y="366"/>
                  <a:pt x="636" y="365"/>
                </a:cubicBezTo>
                <a:cubicBezTo>
                  <a:pt x="638" y="364"/>
                  <a:pt x="640" y="363"/>
                  <a:pt x="642" y="363"/>
                </a:cubicBezTo>
                <a:cubicBezTo>
                  <a:pt x="642" y="368"/>
                  <a:pt x="642" y="368"/>
                  <a:pt x="642" y="368"/>
                </a:cubicBezTo>
                <a:cubicBezTo>
                  <a:pt x="640" y="368"/>
                  <a:pt x="638" y="368"/>
                  <a:pt x="637" y="370"/>
                </a:cubicBezTo>
                <a:cubicBezTo>
                  <a:pt x="636" y="371"/>
                  <a:pt x="635" y="373"/>
                  <a:pt x="635" y="376"/>
                </a:cubicBezTo>
                <a:cubicBezTo>
                  <a:pt x="634" y="378"/>
                  <a:pt x="635" y="380"/>
                  <a:pt x="636" y="382"/>
                </a:cubicBezTo>
                <a:cubicBezTo>
                  <a:pt x="637" y="383"/>
                  <a:pt x="638" y="384"/>
                  <a:pt x="639" y="384"/>
                </a:cubicBezTo>
                <a:cubicBezTo>
                  <a:pt x="640" y="384"/>
                  <a:pt x="642" y="384"/>
                  <a:pt x="642" y="383"/>
                </a:cubicBezTo>
                <a:cubicBezTo>
                  <a:pt x="643" y="382"/>
                  <a:pt x="644" y="380"/>
                  <a:pt x="645" y="376"/>
                </a:cubicBezTo>
                <a:cubicBezTo>
                  <a:pt x="646" y="372"/>
                  <a:pt x="647" y="370"/>
                  <a:pt x="648" y="369"/>
                </a:cubicBezTo>
                <a:cubicBezTo>
                  <a:pt x="649" y="367"/>
                  <a:pt x="650" y="365"/>
                  <a:pt x="652" y="364"/>
                </a:cubicBezTo>
                <a:cubicBezTo>
                  <a:pt x="653" y="364"/>
                  <a:pt x="655" y="363"/>
                  <a:pt x="657" y="363"/>
                </a:cubicBezTo>
                <a:cubicBezTo>
                  <a:pt x="659" y="363"/>
                  <a:pt x="660" y="364"/>
                  <a:pt x="662" y="365"/>
                </a:cubicBezTo>
                <a:cubicBezTo>
                  <a:pt x="664" y="366"/>
                  <a:pt x="665" y="368"/>
                  <a:pt x="665" y="370"/>
                </a:cubicBezTo>
                <a:cubicBezTo>
                  <a:pt x="666" y="372"/>
                  <a:pt x="667" y="374"/>
                  <a:pt x="666" y="377"/>
                </a:cubicBezTo>
                <a:cubicBezTo>
                  <a:pt x="666" y="380"/>
                  <a:pt x="665" y="382"/>
                  <a:pt x="664" y="385"/>
                </a:cubicBezTo>
                <a:cubicBezTo>
                  <a:pt x="663" y="387"/>
                  <a:pt x="662" y="388"/>
                  <a:pt x="660" y="389"/>
                </a:cubicBezTo>
                <a:cubicBezTo>
                  <a:pt x="658" y="390"/>
                  <a:pt x="656" y="391"/>
                  <a:pt x="654" y="391"/>
                </a:cubicBezTo>
                <a:close/>
                <a:moveTo>
                  <a:pt x="667" y="335"/>
                </a:moveTo>
                <a:cubicBezTo>
                  <a:pt x="632" y="338"/>
                  <a:pt x="632" y="338"/>
                  <a:pt x="632" y="338"/>
                </a:cubicBezTo>
                <a:cubicBezTo>
                  <a:pt x="632" y="333"/>
                  <a:pt x="632" y="333"/>
                  <a:pt x="632" y="333"/>
                </a:cubicBezTo>
                <a:cubicBezTo>
                  <a:pt x="666" y="330"/>
                  <a:pt x="666" y="330"/>
                  <a:pt x="666" y="330"/>
                </a:cubicBezTo>
                <a:cubicBezTo>
                  <a:pt x="667" y="335"/>
                  <a:pt x="667" y="335"/>
                  <a:pt x="667" y="335"/>
                </a:cubicBezTo>
                <a:close/>
                <a:moveTo>
                  <a:pt x="662" y="291"/>
                </a:moveTo>
                <a:cubicBezTo>
                  <a:pt x="632" y="297"/>
                  <a:pt x="632" y="297"/>
                  <a:pt x="632" y="297"/>
                </a:cubicBezTo>
                <a:cubicBezTo>
                  <a:pt x="634" y="308"/>
                  <a:pt x="634" y="308"/>
                  <a:pt x="634" y="308"/>
                </a:cubicBezTo>
                <a:cubicBezTo>
                  <a:pt x="630" y="309"/>
                  <a:pt x="630" y="309"/>
                  <a:pt x="630" y="309"/>
                </a:cubicBezTo>
                <a:cubicBezTo>
                  <a:pt x="625" y="282"/>
                  <a:pt x="625" y="282"/>
                  <a:pt x="625" y="282"/>
                </a:cubicBezTo>
                <a:cubicBezTo>
                  <a:pt x="629" y="281"/>
                  <a:pt x="629" y="281"/>
                  <a:pt x="629" y="281"/>
                </a:cubicBezTo>
                <a:cubicBezTo>
                  <a:pt x="631" y="292"/>
                  <a:pt x="631" y="292"/>
                  <a:pt x="631" y="292"/>
                </a:cubicBezTo>
                <a:cubicBezTo>
                  <a:pt x="661" y="287"/>
                  <a:pt x="661" y="287"/>
                  <a:pt x="661" y="287"/>
                </a:cubicBezTo>
                <a:cubicBezTo>
                  <a:pt x="662" y="291"/>
                  <a:pt x="662" y="291"/>
                  <a:pt x="662" y="291"/>
                </a:cubicBezTo>
                <a:close/>
                <a:moveTo>
                  <a:pt x="647" y="240"/>
                </a:moveTo>
                <a:cubicBezTo>
                  <a:pt x="634" y="246"/>
                  <a:pt x="634" y="246"/>
                  <a:pt x="634" y="246"/>
                </a:cubicBezTo>
                <a:cubicBezTo>
                  <a:pt x="620" y="265"/>
                  <a:pt x="620" y="265"/>
                  <a:pt x="620" y="265"/>
                </a:cubicBezTo>
                <a:cubicBezTo>
                  <a:pt x="618" y="260"/>
                  <a:pt x="618" y="260"/>
                  <a:pt x="618" y="260"/>
                </a:cubicBezTo>
                <a:cubicBezTo>
                  <a:pt x="625" y="250"/>
                  <a:pt x="625" y="250"/>
                  <a:pt x="625" y="250"/>
                </a:cubicBezTo>
                <a:cubicBezTo>
                  <a:pt x="626" y="248"/>
                  <a:pt x="628" y="246"/>
                  <a:pt x="629" y="245"/>
                </a:cubicBezTo>
                <a:cubicBezTo>
                  <a:pt x="627" y="244"/>
                  <a:pt x="625" y="244"/>
                  <a:pt x="622" y="243"/>
                </a:cubicBezTo>
                <a:cubicBezTo>
                  <a:pt x="610" y="241"/>
                  <a:pt x="610" y="241"/>
                  <a:pt x="610" y="241"/>
                </a:cubicBezTo>
                <a:cubicBezTo>
                  <a:pt x="608" y="236"/>
                  <a:pt x="608" y="236"/>
                  <a:pt x="608" y="236"/>
                </a:cubicBezTo>
                <a:cubicBezTo>
                  <a:pt x="632" y="241"/>
                  <a:pt x="632" y="241"/>
                  <a:pt x="632" y="241"/>
                </a:cubicBezTo>
                <a:cubicBezTo>
                  <a:pt x="645" y="236"/>
                  <a:pt x="645" y="236"/>
                  <a:pt x="645" y="236"/>
                </a:cubicBezTo>
                <a:cubicBezTo>
                  <a:pt x="647" y="240"/>
                  <a:pt x="647" y="240"/>
                  <a:pt x="647" y="240"/>
                </a:cubicBezTo>
                <a:close/>
                <a:moveTo>
                  <a:pt x="351" y="105"/>
                </a:moveTo>
                <a:cubicBezTo>
                  <a:pt x="216" y="105"/>
                  <a:pt x="106" y="216"/>
                  <a:pt x="106" y="351"/>
                </a:cubicBezTo>
                <a:cubicBezTo>
                  <a:pt x="106" y="486"/>
                  <a:pt x="216" y="597"/>
                  <a:pt x="351" y="597"/>
                </a:cubicBezTo>
                <a:cubicBezTo>
                  <a:pt x="487" y="597"/>
                  <a:pt x="597" y="486"/>
                  <a:pt x="597" y="351"/>
                </a:cubicBezTo>
                <a:cubicBezTo>
                  <a:pt x="597" y="216"/>
                  <a:pt x="487" y="105"/>
                  <a:pt x="351" y="105"/>
                </a:cubicBezTo>
                <a:close/>
                <a:moveTo>
                  <a:pt x="351" y="110"/>
                </a:moveTo>
                <a:cubicBezTo>
                  <a:pt x="219" y="110"/>
                  <a:pt x="111" y="218"/>
                  <a:pt x="111" y="351"/>
                </a:cubicBezTo>
                <a:cubicBezTo>
                  <a:pt x="111" y="483"/>
                  <a:pt x="219" y="592"/>
                  <a:pt x="351" y="592"/>
                </a:cubicBezTo>
                <a:cubicBezTo>
                  <a:pt x="484" y="592"/>
                  <a:pt x="592" y="483"/>
                  <a:pt x="592" y="351"/>
                </a:cubicBezTo>
                <a:cubicBezTo>
                  <a:pt x="592" y="218"/>
                  <a:pt x="484" y="110"/>
                  <a:pt x="351" y="110"/>
                </a:cubicBezTo>
                <a:close/>
                <a:moveTo>
                  <a:pt x="351" y="0"/>
                </a:moveTo>
                <a:cubicBezTo>
                  <a:pt x="158" y="0"/>
                  <a:pt x="0" y="157"/>
                  <a:pt x="0" y="351"/>
                </a:cubicBezTo>
                <a:cubicBezTo>
                  <a:pt x="0" y="544"/>
                  <a:pt x="158" y="702"/>
                  <a:pt x="351" y="702"/>
                </a:cubicBezTo>
                <a:cubicBezTo>
                  <a:pt x="545" y="702"/>
                  <a:pt x="703" y="544"/>
                  <a:pt x="703" y="351"/>
                </a:cubicBezTo>
                <a:cubicBezTo>
                  <a:pt x="703" y="157"/>
                  <a:pt x="545" y="0"/>
                  <a:pt x="351" y="0"/>
                </a:cubicBezTo>
                <a:close/>
                <a:moveTo>
                  <a:pt x="351" y="6"/>
                </a:moveTo>
                <a:cubicBezTo>
                  <a:pt x="161" y="6"/>
                  <a:pt x="6" y="161"/>
                  <a:pt x="6" y="351"/>
                </a:cubicBezTo>
                <a:cubicBezTo>
                  <a:pt x="6" y="541"/>
                  <a:pt x="161" y="696"/>
                  <a:pt x="351" y="696"/>
                </a:cubicBezTo>
                <a:cubicBezTo>
                  <a:pt x="541" y="696"/>
                  <a:pt x="696" y="541"/>
                  <a:pt x="696" y="351"/>
                </a:cubicBezTo>
                <a:cubicBezTo>
                  <a:pt x="696" y="161"/>
                  <a:pt x="541" y="6"/>
                  <a:pt x="351" y="6"/>
                </a:cubicBezTo>
                <a:close/>
                <a:moveTo>
                  <a:pt x="299" y="44"/>
                </a:moveTo>
                <a:cubicBezTo>
                  <a:pt x="302" y="45"/>
                  <a:pt x="306" y="48"/>
                  <a:pt x="305" y="52"/>
                </a:cubicBezTo>
                <a:cubicBezTo>
                  <a:pt x="304" y="53"/>
                  <a:pt x="304" y="54"/>
                  <a:pt x="304" y="55"/>
                </a:cubicBezTo>
                <a:cubicBezTo>
                  <a:pt x="304" y="60"/>
                  <a:pt x="304" y="65"/>
                  <a:pt x="305" y="70"/>
                </a:cubicBezTo>
                <a:cubicBezTo>
                  <a:pt x="305" y="73"/>
                  <a:pt x="307" y="77"/>
                  <a:pt x="305" y="79"/>
                </a:cubicBezTo>
                <a:cubicBezTo>
                  <a:pt x="303" y="79"/>
                  <a:pt x="303" y="78"/>
                  <a:pt x="302" y="78"/>
                </a:cubicBezTo>
                <a:cubicBezTo>
                  <a:pt x="302" y="76"/>
                  <a:pt x="301" y="75"/>
                  <a:pt x="300" y="74"/>
                </a:cubicBezTo>
                <a:cubicBezTo>
                  <a:pt x="301" y="73"/>
                  <a:pt x="301" y="71"/>
                  <a:pt x="301" y="70"/>
                </a:cubicBezTo>
                <a:cubicBezTo>
                  <a:pt x="300" y="64"/>
                  <a:pt x="299" y="59"/>
                  <a:pt x="299" y="53"/>
                </a:cubicBezTo>
                <a:cubicBezTo>
                  <a:pt x="298" y="50"/>
                  <a:pt x="296" y="47"/>
                  <a:pt x="298" y="44"/>
                </a:cubicBezTo>
                <a:cubicBezTo>
                  <a:pt x="298" y="44"/>
                  <a:pt x="298" y="44"/>
                  <a:pt x="299" y="44"/>
                </a:cubicBezTo>
                <a:close/>
                <a:moveTo>
                  <a:pt x="308" y="52"/>
                </a:moveTo>
                <a:cubicBezTo>
                  <a:pt x="313" y="52"/>
                  <a:pt x="317" y="52"/>
                  <a:pt x="320" y="54"/>
                </a:cubicBezTo>
                <a:cubicBezTo>
                  <a:pt x="320" y="55"/>
                  <a:pt x="320" y="55"/>
                  <a:pt x="319" y="56"/>
                </a:cubicBezTo>
                <a:cubicBezTo>
                  <a:pt x="312" y="56"/>
                  <a:pt x="313" y="61"/>
                  <a:pt x="306" y="55"/>
                </a:cubicBezTo>
                <a:cubicBezTo>
                  <a:pt x="306" y="53"/>
                  <a:pt x="307" y="53"/>
                  <a:pt x="308" y="52"/>
                </a:cubicBezTo>
                <a:close/>
                <a:moveTo>
                  <a:pt x="276" y="57"/>
                </a:moveTo>
                <a:cubicBezTo>
                  <a:pt x="280" y="57"/>
                  <a:pt x="283" y="58"/>
                  <a:pt x="284" y="61"/>
                </a:cubicBezTo>
                <a:cubicBezTo>
                  <a:pt x="284" y="65"/>
                  <a:pt x="285" y="70"/>
                  <a:pt x="285" y="74"/>
                </a:cubicBezTo>
                <a:cubicBezTo>
                  <a:pt x="287" y="74"/>
                  <a:pt x="288" y="74"/>
                  <a:pt x="289" y="75"/>
                </a:cubicBezTo>
                <a:cubicBezTo>
                  <a:pt x="289" y="76"/>
                  <a:pt x="289" y="76"/>
                  <a:pt x="289" y="76"/>
                </a:cubicBezTo>
                <a:cubicBezTo>
                  <a:pt x="287" y="80"/>
                  <a:pt x="284" y="85"/>
                  <a:pt x="280" y="87"/>
                </a:cubicBezTo>
                <a:cubicBezTo>
                  <a:pt x="278" y="87"/>
                  <a:pt x="276" y="87"/>
                  <a:pt x="273" y="87"/>
                </a:cubicBezTo>
                <a:cubicBezTo>
                  <a:pt x="273" y="86"/>
                  <a:pt x="273" y="86"/>
                  <a:pt x="273" y="85"/>
                </a:cubicBezTo>
                <a:cubicBezTo>
                  <a:pt x="273" y="85"/>
                  <a:pt x="273" y="85"/>
                  <a:pt x="273" y="85"/>
                </a:cubicBezTo>
                <a:cubicBezTo>
                  <a:pt x="275" y="82"/>
                  <a:pt x="280" y="82"/>
                  <a:pt x="280" y="77"/>
                </a:cubicBezTo>
                <a:cubicBezTo>
                  <a:pt x="280" y="77"/>
                  <a:pt x="280" y="76"/>
                  <a:pt x="279" y="76"/>
                </a:cubicBezTo>
                <a:cubicBezTo>
                  <a:pt x="277" y="76"/>
                  <a:pt x="276" y="75"/>
                  <a:pt x="275" y="74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6" y="71"/>
                  <a:pt x="278" y="70"/>
                  <a:pt x="279" y="69"/>
                </a:cubicBezTo>
                <a:cubicBezTo>
                  <a:pt x="279" y="61"/>
                  <a:pt x="274" y="62"/>
                  <a:pt x="273" y="58"/>
                </a:cubicBezTo>
                <a:cubicBezTo>
                  <a:pt x="273" y="58"/>
                  <a:pt x="274" y="58"/>
                  <a:pt x="274" y="58"/>
                </a:cubicBezTo>
                <a:cubicBezTo>
                  <a:pt x="275" y="57"/>
                  <a:pt x="275" y="57"/>
                  <a:pt x="276" y="57"/>
                </a:cubicBezTo>
                <a:close/>
                <a:moveTo>
                  <a:pt x="313" y="69"/>
                </a:moveTo>
                <a:cubicBezTo>
                  <a:pt x="317" y="69"/>
                  <a:pt x="327" y="70"/>
                  <a:pt x="328" y="72"/>
                </a:cubicBezTo>
                <a:cubicBezTo>
                  <a:pt x="329" y="74"/>
                  <a:pt x="330" y="76"/>
                  <a:pt x="331" y="77"/>
                </a:cubicBezTo>
                <a:cubicBezTo>
                  <a:pt x="331" y="78"/>
                  <a:pt x="330" y="80"/>
                  <a:pt x="328" y="79"/>
                </a:cubicBezTo>
                <a:cubicBezTo>
                  <a:pt x="324" y="78"/>
                  <a:pt x="323" y="74"/>
                  <a:pt x="318" y="73"/>
                </a:cubicBezTo>
                <a:cubicBezTo>
                  <a:pt x="314" y="72"/>
                  <a:pt x="314" y="76"/>
                  <a:pt x="310" y="75"/>
                </a:cubicBezTo>
                <a:cubicBezTo>
                  <a:pt x="308" y="74"/>
                  <a:pt x="307" y="72"/>
                  <a:pt x="306" y="70"/>
                </a:cubicBezTo>
                <a:cubicBezTo>
                  <a:pt x="307" y="70"/>
                  <a:pt x="307" y="70"/>
                  <a:pt x="307" y="69"/>
                </a:cubicBezTo>
                <a:cubicBezTo>
                  <a:pt x="309" y="69"/>
                  <a:pt x="311" y="69"/>
                  <a:pt x="313" y="69"/>
                </a:cubicBezTo>
                <a:close/>
                <a:moveTo>
                  <a:pt x="435" y="52"/>
                </a:moveTo>
                <a:cubicBezTo>
                  <a:pt x="438" y="52"/>
                  <a:pt x="439" y="53"/>
                  <a:pt x="440" y="55"/>
                </a:cubicBezTo>
                <a:cubicBezTo>
                  <a:pt x="441" y="58"/>
                  <a:pt x="439" y="59"/>
                  <a:pt x="438" y="61"/>
                </a:cubicBezTo>
                <a:cubicBezTo>
                  <a:pt x="438" y="63"/>
                  <a:pt x="440" y="63"/>
                  <a:pt x="439" y="65"/>
                </a:cubicBezTo>
                <a:cubicBezTo>
                  <a:pt x="439" y="65"/>
                  <a:pt x="439" y="66"/>
                  <a:pt x="438" y="66"/>
                </a:cubicBezTo>
                <a:cubicBezTo>
                  <a:pt x="434" y="66"/>
                  <a:pt x="432" y="70"/>
                  <a:pt x="429" y="73"/>
                </a:cubicBezTo>
                <a:cubicBezTo>
                  <a:pt x="425" y="76"/>
                  <a:pt x="418" y="79"/>
                  <a:pt x="410" y="78"/>
                </a:cubicBezTo>
                <a:cubicBezTo>
                  <a:pt x="410" y="78"/>
                  <a:pt x="410" y="77"/>
                  <a:pt x="410" y="77"/>
                </a:cubicBezTo>
                <a:cubicBezTo>
                  <a:pt x="415" y="74"/>
                  <a:pt x="423" y="73"/>
                  <a:pt x="426" y="69"/>
                </a:cubicBezTo>
                <a:cubicBezTo>
                  <a:pt x="426" y="68"/>
                  <a:pt x="426" y="68"/>
                  <a:pt x="425" y="68"/>
                </a:cubicBezTo>
                <a:cubicBezTo>
                  <a:pt x="422" y="68"/>
                  <a:pt x="420" y="64"/>
                  <a:pt x="420" y="61"/>
                </a:cubicBezTo>
                <a:cubicBezTo>
                  <a:pt x="420" y="60"/>
                  <a:pt x="420" y="60"/>
                  <a:pt x="421" y="59"/>
                </a:cubicBezTo>
                <a:cubicBezTo>
                  <a:pt x="422" y="59"/>
                  <a:pt x="423" y="60"/>
                  <a:pt x="424" y="60"/>
                </a:cubicBezTo>
                <a:cubicBezTo>
                  <a:pt x="427" y="61"/>
                  <a:pt x="432" y="60"/>
                  <a:pt x="434" y="59"/>
                </a:cubicBezTo>
                <a:cubicBezTo>
                  <a:pt x="435" y="56"/>
                  <a:pt x="433" y="54"/>
                  <a:pt x="435" y="52"/>
                </a:cubicBezTo>
                <a:close/>
                <a:moveTo>
                  <a:pt x="434" y="71"/>
                </a:moveTo>
                <a:cubicBezTo>
                  <a:pt x="441" y="71"/>
                  <a:pt x="450" y="85"/>
                  <a:pt x="445" y="92"/>
                </a:cubicBezTo>
                <a:cubicBezTo>
                  <a:pt x="445" y="92"/>
                  <a:pt x="444" y="92"/>
                  <a:pt x="444" y="93"/>
                </a:cubicBezTo>
                <a:cubicBezTo>
                  <a:pt x="442" y="90"/>
                  <a:pt x="443" y="87"/>
                  <a:pt x="442" y="84"/>
                </a:cubicBezTo>
                <a:cubicBezTo>
                  <a:pt x="440" y="80"/>
                  <a:pt x="433" y="75"/>
                  <a:pt x="432" y="72"/>
                </a:cubicBezTo>
                <a:cubicBezTo>
                  <a:pt x="433" y="72"/>
                  <a:pt x="433" y="71"/>
                  <a:pt x="434" y="71"/>
                </a:cubicBezTo>
                <a:close/>
                <a:moveTo>
                  <a:pt x="147" y="84"/>
                </a:moveTo>
                <a:cubicBezTo>
                  <a:pt x="147" y="84"/>
                  <a:pt x="146" y="84"/>
                  <a:pt x="146" y="85"/>
                </a:cubicBezTo>
                <a:cubicBezTo>
                  <a:pt x="146" y="86"/>
                  <a:pt x="146" y="86"/>
                  <a:pt x="146" y="86"/>
                </a:cubicBezTo>
                <a:cubicBezTo>
                  <a:pt x="147" y="87"/>
                  <a:pt x="149" y="88"/>
                  <a:pt x="150" y="89"/>
                </a:cubicBezTo>
                <a:cubicBezTo>
                  <a:pt x="152" y="92"/>
                  <a:pt x="155" y="96"/>
                  <a:pt x="157" y="99"/>
                </a:cubicBezTo>
                <a:cubicBezTo>
                  <a:pt x="156" y="103"/>
                  <a:pt x="152" y="107"/>
                  <a:pt x="150" y="110"/>
                </a:cubicBezTo>
                <a:cubicBezTo>
                  <a:pt x="150" y="110"/>
                  <a:pt x="150" y="111"/>
                  <a:pt x="150" y="111"/>
                </a:cubicBezTo>
                <a:cubicBezTo>
                  <a:pt x="151" y="112"/>
                  <a:pt x="152" y="112"/>
                  <a:pt x="153" y="112"/>
                </a:cubicBezTo>
                <a:cubicBezTo>
                  <a:pt x="154" y="112"/>
                  <a:pt x="155" y="113"/>
                  <a:pt x="156" y="113"/>
                </a:cubicBezTo>
                <a:cubicBezTo>
                  <a:pt x="159" y="114"/>
                  <a:pt x="160" y="108"/>
                  <a:pt x="161" y="106"/>
                </a:cubicBezTo>
                <a:cubicBezTo>
                  <a:pt x="161" y="106"/>
                  <a:pt x="161" y="105"/>
                  <a:pt x="161" y="105"/>
                </a:cubicBezTo>
                <a:cubicBezTo>
                  <a:pt x="163" y="107"/>
                  <a:pt x="165" y="110"/>
                  <a:pt x="165" y="112"/>
                </a:cubicBezTo>
                <a:cubicBezTo>
                  <a:pt x="162" y="117"/>
                  <a:pt x="158" y="121"/>
                  <a:pt x="158" y="129"/>
                </a:cubicBezTo>
                <a:cubicBezTo>
                  <a:pt x="158" y="130"/>
                  <a:pt x="158" y="130"/>
                  <a:pt x="159" y="130"/>
                </a:cubicBezTo>
                <a:cubicBezTo>
                  <a:pt x="165" y="130"/>
                  <a:pt x="162" y="124"/>
                  <a:pt x="163" y="120"/>
                </a:cubicBezTo>
                <a:cubicBezTo>
                  <a:pt x="163" y="117"/>
                  <a:pt x="165" y="116"/>
                  <a:pt x="166" y="114"/>
                </a:cubicBezTo>
                <a:cubicBezTo>
                  <a:pt x="166" y="114"/>
                  <a:pt x="167" y="114"/>
                  <a:pt x="167" y="114"/>
                </a:cubicBezTo>
                <a:cubicBezTo>
                  <a:pt x="168" y="115"/>
                  <a:pt x="168" y="116"/>
                  <a:pt x="169" y="117"/>
                </a:cubicBezTo>
                <a:cubicBezTo>
                  <a:pt x="169" y="117"/>
                  <a:pt x="169" y="117"/>
                  <a:pt x="169" y="117"/>
                </a:cubicBezTo>
                <a:cubicBezTo>
                  <a:pt x="167" y="119"/>
                  <a:pt x="166" y="120"/>
                  <a:pt x="165" y="123"/>
                </a:cubicBezTo>
                <a:cubicBezTo>
                  <a:pt x="165" y="123"/>
                  <a:pt x="165" y="123"/>
                  <a:pt x="165" y="124"/>
                </a:cubicBezTo>
                <a:cubicBezTo>
                  <a:pt x="166" y="127"/>
                  <a:pt x="170" y="123"/>
                  <a:pt x="171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5"/>
                  <a:pt x="170" y="136"/>
                  <a:pt x="168" y="139"/>
                </a:cubicBezTo>
                <a:cubicBezTo>
                  <a:pt x="166" y="138"/>
                  <a:pt x="165" y="136"/>
                  <a:pt x="164" y="135"/>
                </a:cubicBezTo>
                <a:cubicBezTo>
                  <a:pt x="161" y="134"/>
                  <a:pt x="159" y="132"/>
                  <a:pt x="157" y="131"/>
                </a:cubicBezTo>
                <a:cubicBezTo>
                  <a:pt x="155" y="130"/>
                  <a:pt x="155" y="128"/>
                  <a:pt x="153" y="127"/>
                </a:cubicBezTo>
                <a:cubicBezTo>
                  <a:pt x="150" y="126"/>
                  <a:pt x="148" y="129"/>
                  <a:pt x="149" y="131"/>
                </a:cubicBezTo>
                <a:cubicBezTo>
                  <a:pt x="150" y="132"/>
                  <a:pt x="152" y="131"/>
                  <a:pt x="154" y="132"/>
                </a:cubicBezTo>
                <a:cubicBezTo>
                  <a:pt x="157" y="135"/>
                  <a:pt x="161" y="137"/>
                  <a:pt x="164" y="139"/>
                </a:cubicBezTo>
                <a:cubicBezTo>
                  <a:pt x="166" y="140"/>
                  <a:pt x="169" y="141"/>
                  <a:pt x="171" y="143"/>
                </a:cubicBezTo>
                <a:cubicBezTo>
                  <a:pt x="172" y="143"/>
                  <a:pt x="172" y="144"/>
                  <a:pt x="174" y="145"/>
                </a:cubicBezTo>
                <a:cubicBezTo>
                  <a:pt x="175" y="148"/>
                  <a:pt x="172" y="152"/>
                  <a:pt x="173" y="155"/>
                </a:cubicBezTo>
                <a:cubicBezTo>
                  <a:pt x="173" y="155"/>
                  <a:pt x="173" y="156"/>
                  <a:pt x="173" y="156"/>
                </a:cubicBezTo>
                <a:cubicBezTo>
                  <a:pt x="173" y="156"/>
                  <a:pt x="173" y="156"/>
                  <a:pt x="174" y="156"/>
                </a:cubicBezTo>
                <a:cubicBezTo>
                  <a:pt x="177" y="152"/>
                  <a:pt x="179" y="135"/>
                  <a:pt x="181" y="133"/>
                </a:cubicBezTo>
                <a:cubicBezTo>
                  <a:pt x="184" y="137"/>
                  <a:pt x="187" y="141"/>
                  <a:pt x="190" y="145"/>
                </a:cubicBezTo>
                <a:cubicBezTo>
                  <a:pt x="190" y="145"/>
                  <a:pt x="190" y="145"/>
                  <a:pt x="190" y="145"/>
                </a:cubicBezTo>
                <a:cubicBezTo>
                  <a:pt x="188" y="146"/>
                  <a:pt x="186" y="146"/>
                  <a:pt x="184" y="146"/>
                </a:cubicBezTo>
                <a:cubicBezTo>
                  <a:pt x="184" y="146"/>
                  <a:pt x="184" y="147"/>
                  <a:pt x="183" y="147"/>
                </a:cubicBezTo>
                <a:cubicBezTo>
                  <a:pt x="183" y="147"/>
                  <a:pt x="183" y="147"/>
                  <a:pt x="183" y="148"/>
                </a:cubicBezTo>
                <a:cubicBezTo>
                  <a:pt x="189" y="148"/>
                  <a:pt x="191" y="150"/>
                  <a:pt x="197" y="149"/>
                </a:cubicBezTo>
                <a:cubicBezTo>
                  <a:pt x="197" y="148"/>
                  <a:pt x="197" y="148"/>
                  <a:pt x="197" y="148"/>
                </a:cubicBezTo>
                <a:cubicBezTo>
                  <a:pt x="193" y="143"/>
                  <a:pt x="189" y="138"/>
                  <a:pt x="186" y="133"/>
                </a:cubicBezTo>
                <a:cubicBezTo>
                  <a:pt x="184" y="131"/>
                  <a:pt x="181" y="130"/>
                  <a:pt x="180" y="127"/>
                </a:cubicBezTo>
                <a:cubicBezTo>
                  <a:pt x="181" y="126"/>
                  <a:pt x="181" y="124"/>
                  <a:pt x="182" y="123"/>
                </a:cubicBezTo>
                <a:cubicBezTo>
                  <a:pt x="188" y="123"/>
                  <a:pt x="193" y="123"/>
                  <a:pt x="198" y="122"/>
                </a:cubicBezTo>
                <a:cubicBezTo>
                  <a:pt x="200" y="122"/>
                  <a:pt x="201" y="124"/>
                  <a:pt x="204" y="123"/>
                </a:cubicBezTo>
                <a:cubicBezTo>
                  <a:pt x="206" y="122"/>
                  <a:pt x="207" y="120"/>
                  <a:pt x="209" y="118"/>
                </a:cubicBezTo>
                <a:cubicBezTo>
                  <a:pt x="209" y="118"/>
                  <a:pt x="209" y="118"/>
                  <a:pt x="209" y="117"/>
                </a:cubicBezTo>
                <a:cubicBezTo>
                  <a:pt x="208" y="117"/>
                  <a:pt x="208" y="117"/>
                  <a:pt x="208" y="117"/>
                </a:cubicBezTo>
                <a:cubicBezTo>
                  <a:pt x="203" y="115"/>
                  <a:pt x="202" y="118"/>
                  <a:pt x="198" y="119"/>
                </a:cubicBezTo>
                <a:cubicBezTo>
                  <a:pt x="196" y="119"/>
                  <a:pt x="194" y="119"/>
                  <a:pt x="192" y="119"/>
                </a:cubicBezTo>
                <a:cubicBezTo>
                  <a:pt x="189" y="120"/>
                  <a:pt x="186" y="121"/>
                  <a:pt x="182" y="121"/>
                </a:cubicBezTo>
                <a:cubicBezTo>
                  <a:pt x="181" y="119"/>
                  <a:pt x="183" y="115"/>
                  <a:pt x="182" y="112"/>
                </a:cubicBezTo>
                <a:cubicBezTo>
                  <a:pt x="181" y="110"/>
                  <a:pt x="181" y="108"/>
                  <a:pt x="180" y="106"/>
                </a:cubicBezTo>
                <a:cubicBezTo>
                  <a:pt x="180" y="104"/>
                  <a:pt x="180" y="102"/>
                  <a:pt x="180" y="101"/>
                </a:cubicBezTo>
                <a:cubicBezTo>
                  <a:pt x="179" y="99"/>
                  <a:pt x="177" y="97"/>
                  <a:pt x="174" y="98"/>
                </a:cubicBezTo>
                <a:cubicBezTo>
                  <a:pt x="174" y="98"/>
                  <a:pt x="173" y="99"/>
                  <a:pt x="173" y="99"/>
                </a:cubicBezTo>
                <a:cubicBezTo>
                  <a:pt x="173" y="99"/>
                  <a:pt x="173" y="100"/>
                  <a:pt x="173" y="100"/>
                </a:cubicBezTo>
                <a:cubicBezTo>
                  <a:pt x="173" y="100"/>
                  <a:pt x="175" y="101"/>
                  <a:pt x="175" y="101"/>
                </a:cubicBezTo>
                <a:cubicBezTo>
                  <a:pt x="178" y="104"/>
                  <a:pt x="179" y="115"/>
                  <a:pt x="179" y="120"/>
                </a:cubicBezTo>
                <a:cubicBezTo>
                  <a:pt x="178" y="120"/>
                  <a:pt x="177" y="120"/>
                  <a:pt x="175" y="120"/>
                </a:cubicBezTo>
                <a:cubicBezTo>
                  <a:pt x="173" y="117"/>
                  <a:pt x="170" y="114"/>
                  <a:pt x="168" y="111"/>
                </a:cubicBezTo>
                <a:cubicBezTo>
                  <a:pt x="168" y="110"/>
                  <a:pt x="169" y="107"/>
                  <a:pt x="170" y="106"/>
                </a:cubicBezTo>
                <a:cubicBezTo>
                  <a:pt x="170" y="106"/>
                  <a:pt x="170" y="105"/>
                  <a:pt x="170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68" y="106"/>
                  <a:pt x="167" y="107"/>
                  <a:pt x="167" y="108"/>
                </a:cubicBezTo>
                <a:cubicBezTo>
                  <a:pt x="167" y="109"/>
                  <a:pt x="166" y="109"/>
                  <a:pt x="166" y="109"/>
                </a:cubicBezTo>
                <a:cubicBezTo>
                  <a:pt x="165" y="107"/>
                  <a:pt x="161" y="100"/>
                  <a:pt x="162" y="99"/>
                </a:cubicBezTo>
                <a:cubicBezTo>
                  <a:pt x="162" y="98"/>
                  <a:pt x="165" y="97"/>
                  <a:pt x="166" y="96"/>
                </a:cubicBezTo>
                <a:cubicBezTo>
                  <a:pt x="166" y="96"/>
                  <a:pt x="166" y="96"/>
                  <a:pt x="166" y="96"/>
                </a:cubicBezTo>
                <a:cubicBezTo>
                  <a:pt x="165" y="95"/>
                  <a:pt x="165" y="95"/>
                  <a:pt x="164" y="94"/>
                </a:cubicBezTo>
                <a:cubicBezTo>
                  <a:pt x="162" y="93"/>
                  <a:pt x="160" y="96"/>
                  <a:pt x="159" y="96"/>
                </a:cubicBezTo>
                <a:cubicBezTo>
                  <a:pt x="155" y="93"/>
                  <a:pt x="155" y="84"/>
                  <a:pt x="147" y="84"/>
                </a:cubicBezTo>
                <a:close/>
                <a:moveTo>
                  <a:pt x="179" y="121"/>
                </a:moveTo>
                <a:cubicBezTo>
                  <a:pt x="178" y="122"/>
                  <a:pt x="178" y="123"/>
                  <a:pt x="177" y="123"/>
                </a:cubicBezTo>
                <a:cubicBezTo>
                  <a:pt x="177" y="124"/>
                  <a:pt x="178" y="125"/>
                  <a:pt x="178" y="125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4"/>
                  <a:pt x="179" y="122"/>
                  <a:pt x="179" y="121"/>
                </a:cubicBezTo>
                <a:cubicBezTo>
                  <a:pt x="179" y="121"/>
                  <a:pt x="179" y="121"/>
                  <a:pt x="179" y="121"/>
                </a:cubicBezTo>
                <a:close/>
                <a:moveTo>
                  <a:pt x="175" y="127"/>
                </a:moveTo>
                <a:cubicBezTo>
                  <a:pt x="175" y="131"/>
                  <a:pt x="174" y="134"/>
                  <a:pt x="173" y="138"/>
                </a:cubicBezTo>
                <a:cubicBezTo>
                  <a:pt x="173" y="139"/>
                  <a:pt x="171" y="139"/>
                  <a:pt x="171" y="141"/>
                </a:cubicBezTo>
                <a:cubicBezTo>
                  <a:pt x="172" y="141"/>
                  <a:pt x="173" y="142"/>
                  <a:pt x="175" y="142"/>
                </a:cubicBezTo>
                <a:cubicBezTo>
                  <a:pt x="175" y="141"/>
                  <a:pt x="178" y="130"/>
                  <a:pt x="178" y="129"/>
                </a:cubicBezTo>
                <a:cubicBezTo>
                  <a:pt x="177" y="129"/>
                  <a:pt x="177" y="128"/>
                  <a:pt x="176" y="127"/>
                </a:cubicBezTo>
                <a:cubicBezTo>
                  <a:pt x="176" y="127"/>
                  <a:pt x="176" y="127"/>
                  <a:pt x="175" y="127"/>
                </a:cubicBezTo>
                <a:close/>
                <a:moveTo>
                  <a:pt x="549" y="96"/>
                </a:moveTo>
                <a:cubicBezTo>
                  <a:pt x="545" y="100"/>
                  <a:pt x="545" y="109"/>
                  <a:pt x="541" y="113"/>
                </a:cubicBezTo>
                <a:cubicBezTo>
                  <a:pt x="539" y="113"/>
                  <a:pt x="539" y="112"/>
                  <a:pt x="538" y="112"/>
                </a:cubicBezTo>
                <a:cubicBezTo>
                  <a:pt x="538" y="107"/>
                  <a:pt x="540" y="106"/>
                  <a:pt x="542" y="102"/>
                </a:cubicBezTo>
                <a:cubicBezTo>
                  <a:pt x="541" y="101"/>
                  <a:pt x="541" y="100"/>
                  <a:pt x="541" y="99"/>
                </a:cubicBezTo>
                <a:cubicBezTo>
                  <a:pt x="540" y="99"/>
                  <a:pt x="540" y="99"/>
                  <a:pt x="539" y="99"/>
                </a:cubicBezTo>
                <a:cubicBezTo>
                  <a:pt x="537" y="102"/>
                  <a:pt x="537" y="107"/>
                  <a:pt x="535" y="111"/>
                </a:cubicBezTo>
                <a:cubicBezTo>
                  <a:pt x="534" y="110"/>
                  <a:pt x="532" y="109"/>
                  <a:pt x="531" y="109"/>
                </a:cubicBezTo>
                <a:cubicBezTo>
                  <a:pt x="531" y="109"/>
                  <a:pt x="530" y="109"/>
                  <a:pt x="530" y="110"/>
                </a:cubicBezTo>
                <a:cubicBezTo>
                  <a:pt x="530" y="110"/>
                  <a:pt x="530" y="111"/>
                  <a:pt x="530" y="111"/>
                </a:cubicBezTo>
                <a:cubicBezTo>
                  <a:pt x="532" y="115"/>
                  <a:pt x="533" y="113"/>
                  <a:pt x="533" y="118"/>
                </a:cubicBezTo>
                <a:cubicBezTo>
                  <a:pt x="533" y="119"/>
                  <a:pt x="534" y="119"/>
                  <a:pt x="534" y="119"/>
                </a:cubicBezTo>
                <a:cubicBezTo>
                  <a:pt x="534" y="119"/>
                  <a:pt x="534" y="119"/>
                  <a:pt x="535" y="119"/>
                </a:cubicBezTo>
                <a:cubicBezTo>
                  <a:pt x="536" y="118"/>
                  <a:pt x="536" y="117"/>
                  <a:pt x="538" y="116"/>
                </a:cubicBezTo>
                <a:cubicBezTo>
                  <a:pt x="539" y="117"/>
                  <a:pt x="540" y="118"/>
                  <a:pt x="541" y="118"/>
                </a:cubicBezTo>
                <a:cubicBezTo>
                  <a:pt x="548" y="120"/>
                  <a:pt x="549" y="118"/>
                  <a:pt x="552" y="123"/>
                </a:cubicBezTo>
                <a:cubicBezTo>
                  <a:pt x="554" y="123"/>
                  <a:pt x="556" y="123"/>
                  <a:pt x="558" y="123"/>
                </a:cubicBezTo>
                <a:cubicBezTo>
                  <a:pt x="562" y="124"/>
                  <a:pt x="561" y="125"/>
                  <a:pt x="567" y="124"/>
                </a:cubicBezTo>
                <a:cubicBezTo>
                  <a:pt x="567" y="125"/>
                  <a:pt x="567" y="125"/>
                  <a:pt x="567" y="125"/>
                </a:cubicBezTo>
                <a:cubicBezTo>
                  <a:pt x="567" y="126"/>
                  <a:pt x="567" y="127"/>
                  <a:pt x="566" y="127"/>
                </a:cubicBezTo>
                <a:cubicBezTo>
                  <a:pt x="566" y="128"/>
                  <a:pt x="566" y="128"/>
                  <a:pt x="566" y="128"/>
                </a:cubicBezTo>
                <a:cubicBezTo>
                  <a:pt x="561" y="127"/>
                  <a:pt x="557" y="126"/>
                  <a:pt x="551" y="127"/>
                </a:cubicBezTo>
                <a:cubicBezTo>
                  <a:pt x="551" y="127"/>
                  <a:pt x="551" y="128"/>
                  <a:pt x="551" y="128"/>
                </a:cubicBezTo>
                <a:cubicBezTo>
                  <a:pt x="551" y="128"/>
                  <a:pt x="551" y="128"/>
                  <a:pt x="551" y="128"/>
                </a:cubicBezTo>
                <a:cubicBezTo>
                  <a:pt x="557" y="129"/>
                  <a:pt x="556" y="131"/>
                  <a:pt x="559" y="133"/>
                </a:cubicBezTo>
                <a:cubicBezTo>
                  <a:pt x="561" y="135"/>
                  <a:pt x="563" y="134"/>
                  <a:pt x="564" y="136"/>
                </a:cubicBezTo>
                <a:cubicBezTo>
                  <a:pt x="565" y="137"/>
                  <a:pt x="565" y="137"/>
                  <a:pt x="566" y="137"/>
                </a:cubicBezTo>
                <a:cubicBezTo>
                  <a:pt x="568" y="134"/>
                  <a:pt x="574" y="129"/>
                  <a:pt x="569" y="124"/>
                </a:cubicBezTo>
                <a:cubicBezTo>
                  <a:pt x="568" y="122"/>
                  <a:pt x="564" y="123"/>
                  <a:pt x="563" y="121"/>
                </a:cubicBezTo>
                <a:cubicBezTo>
                  <a:pt x="565" y="119"/>
                  <a:pt x="582" y="114"/>
                  <a:pt x="580" y="111"/>
                </a:cubicBezTo>
                <a:cubicBezTo>
                  <a:pt x="579" y="107"/>
                  <a:pt x="574" y="107"/>
                  <a:pt x="572" y="104"/>
                </a:cubicBezTo>
                <a:cubicBezTo>
                  <a:pt x="572" y="104"/>
                  <a:pt x="571" y="104"/>
                  <a:pt x="571" y="104"/>
                </a:cubicBezTo>
                <a:cubicBezTo>
                  <a:pt x="570" y="105"/>
                  <a:pt x="570" y="105"/>
                  <a:pt x="569" y="106"/>
                </a:cubicBezTo>
                <a:cubicBezTo>
                  <a:pt x="570" y="108"/>
                  <a:pt x="572" y="110"/>
                  <a:pt x="574" y="110"/>
                </a:cubicBezTo>
                <a:cubicBezTo>
                  <a:pt x="574" y="111"/>
                  <a:pt x="574" y="111"/>
                  <a:pt x="575" y="111"/>
                </a:cubicBezTo>
                <a:cubicBezTo>
                  <a:pt x="573" y="112"/>
                  <a:pt x="572" y="114"/>
                  <a:pt x="570" y="115"/>
                </a:cubicBezTo>
                <a:cubicBezTo>
                  <a:pt x="569" y="114"/>
                  <a:pt x="566" y="113"/>
                  <a:pt x="564" y="114"/>
                </a:cubicBezTo>
                <a:cubicBezTo>
                  <a:pt x="563" y="114"/>
                  <a:pt x="563" y="114"/>
                  <a:pt x="563" y="115"/>
                </a:cubicBezTo>
                <a:cubicBezTo>
                  <a:pt x="564" y="115"/>
                  <a:pt x="564" y="116"/>
                  <a:pt x="565" y="117"/>
                </a:cubicBezTo>
                <a:cubicBezTo>
                  <a:pt x="564" y="118"/>
                  <a:pt x="557" y="120"/>
                  <a:pt x="555" y="118"/>
                </a:cubicBezTo>
                <a:cubicBezTo>
                  <a:pt x="555" y="118"/>
                  <a:pt x="555" y="118"/>
                  <a:pt x="555" y="118"/>
                </a:cubicBezTo>
                <a:cubicBezTo>
                  <a:pt x="555" y="118"/>
                  <a:pt x="554" y="118"/>
                  <a:pt x="554" y="117"/>
                </a:cubicBezTo>
                <a:cubicBezTo>
                  <a:pt x="558" y="116"/>
                  <a:pt x="561" y="111"/>
                  <a:pt x="561" y="106"/>
                </a:cubicBezTo>
                <a:cubicBezTo>
                  <a:pt x="563" y="103"/>
                  <a:pt x="566" y="101"/>
                  <a:pt x="562" y="96"/>
                </a:cubicBezTo>
                <a:cubicBezTo>
                  <a:pt x="562" y="96"/>
                  <a:pt x="562" y="97"/>
                  <a:pt x="561" y="97"/>
                </a:cubicBezTo>
                <a:cubicBezTo>
                  <a:pt x="561" y="97"/>
                  <a:pt x="560" y="98"/>
                  <a:pt x="560" y="99"/>
                </a:cubicBezTo>
                <a:cubicBezTo>
                  <a:pt x="560" y="100"/>
                  <a:pt x="560" y="100"/>
                  <a:pt x="560" y="100"/>
                </a:cubicBezTo>
                <a:cubicBezTo>
                  <a:pt x="558" y="99"/>
                  <a:pt x="558" y="98"/>
                  <a:pt x="557" y="98"/>
                </a:cubicBezTo>
                <a:cubicBezTo>
                  <a:pt x="556" y="98"/>
                  <a:pt x="556" y="99"/>
                  <a:pt x="555" y="100"/>
                </a:cubicBezTo>
                <a:cubicBezTo>
                  <a:pt x="555" y="101"/>
                  <a:pt x="555" y="101"/>
                  <a:pt x="556" y="102"/>
                </a:cubicBezTo>
                <a:cubicBezTo>
                  <a:pt x="556" y="102"/>
                  <a:pt x="556" y="103"/>
                  <a:pt x="556" y="103"/>
                </a:cubicBezTo>
                <a:cubicBezTo>
                  <a:pt x="553" y="104"/>
                  <a:pt x="551" y="105"/>
                  <a:pt x="549" y="106"/>
                </a:cubicBezTo>
                <a:cubicBezTo>
                  <a:pt x="549" y="105"/>
                  <a:pt x="548" y="105"/>
                  <a:pt x="548" y="105"/>
                </a:cubicBezTo>
                <a:cubicBezTo>
                  <a:pt x="550" y="103"/>
                  <a:pt x="551" y="103"/>
                  <a:pt x="552" y="100"/>
                </a:cubicBezTo>
                <a:cubicBezTo>
                  <a:pt x="551" y="99"/>
                  <a:pt x="550" y="97"/>
                  <a:pt x="550" y="96"/>
                </a:cubicBezTo>
                <a:cubicBezTo>
                  <a:pt x="549" y="96"/>
                  <a:pt x="549" y="96"/>
                  <a:pt x="549" y="96"/>
                </a:cubicBezTo>
                <a:close/>
                <a:moveTo>
                  <a:pt x="525" y="105"/>
                </a:moveTo>
                <a:cubicBezTo>
                  <a:pt x="525" y="105"/>
                  <a:pt x="525" y="105"/>
                  <a:pt x="526" y="105"/>
                </a:cubicBezTo>
                <a:cubicBezTo>
                  <a:pt x="526" y="105"/>
                  <a:pt x="526" y="105"/>
                  <a:pt x="526" y="106"/>
                </a:cubicBezTo>
                <a:cubicBezTo>
                  <a:pt x="527" y="110"/>
                  <a:pt x="521" y="115"/>
                  <a:pt x="517" y="115"/>
                </a:cubicBezTo>
                <a:cubicBezTo>
                  <a:pt x="517" y="115"/>
                  <a:pt x="516" y="115"/>
                  <a:pt x="516" y="114"/>
                </a:cubicBezTo>
                <a:cubicBezTo>
                  <a:pt x="517" y="110"/>
                  <a:pt x="522" y="108"/>
                  <a:pt x="525" y="105"/>
                </a:cubicBezTo>
                <a:close/>
                <a:moveTo>
                  <a:pt x="556" y="106"/>
                </a:moveTo>
                <a:cubicBezTo>
                  <a:pt x="561" y="107"/>
                  <a:pt x="557" y="112"/>
                  <a:pt x="555" y="113"/>
                </a:cubicBezTo>
                <a:cubicBezTo>
                  <a:pt x="555" y="113"/>
                  <a:pt x="554" y="113"/>
                  <a:pt x="554" y="113"/>
                </a:cubicBezTo>
                <a:cubicBezTo>
                  <a:pt x="553" y="111"/>
                  <a:pt x="553" y="110"/>
                  <a:pt x="552" y="109"/>
                </a:cubicBezTo>
                <a:cubicBezTo>
                  <a:pt x="551" y="109"/>
                  <a:pt x="550" y="109"/>
                  <a:pt x="550" y="109"/>
                </a:cubicBezTo>
                <a:cubicBezTo>
                  <a:pt x="548" y="111"/>
                  <a:pt x="549" y="113"/>
                  <a:pt x="550" y="115"/>
                </a:cubicBezTo>
                <a:cubicBezTo>
                  <a:pt x="548" y="116"/>
                  <a:pt x="546" y="115"/>
                  <a:pt x="544" y="114"/>
                </a:cubicBezTo>
                <a:cubicBezTo>
                  <a:pt x="545" y="112"/>
                  <a:pt x="546" y="110"/>
                  <a:pt x="547" y="108"/>
                </a:cubicBezTo>
                <a:cubicBezTo>
                  <a:pt x="549" y="107"/>
                  <a:pt x="553" y="108"/>
                  <a:pt x="556" y="106"/>
                </a:cubicBezTo>
                <a:close/>
                <a:moveTo>
                  <a:pt x="532" y="121"/>
                </a:moveTo>
                <a:cubicBezTo>
                  <a:pt x="532" y="121"/>
                  <a:pt x="531" y="122"/>
                  <a:pt x="531" y="123"/>
                </a:cubicBezTo>
                <a:cubicBezTo>
                  <a:pt x="532" y="125"/>
                  <a:pt x="533" y="126"/>
                  <a:pt x="534" y="127"/>
                </a:cubicBezTo>
                <a:cubicBezTo>
                  <a:pt x="533" y="128"/>
                  <a:pt x="531" y="129"/>
                  <a:pt x="530" y="130"/>
                </a:cubicBezTo>
                <a:cubicBezTo>
                  <a:pt x="530" y="130"/>
                  <a:pt x="530" y="130"/>
                  <a:pt x="530" y="130"/>
                </a:cubicBezTo>
                <a:cubicBezTo>
                  <a:pt x="532" y="131"/>
                  <a:pt x="534" y="131"/>
                  <a:pt x="536" y="131"/>
                </a:cubicBezTo>
                <a:cubicBezTo>
                  <a:pt x="536" y="131"/>
                  <a:pt x="537" y="132"/>
                  <a:pt x="537" y="132"/>
                </a:cubicBezTo>
                <a:cubicBezTo>
                  <a:pt x="536" y="134"/>
                  <a:pt x="535" y="135"/>
                  <a:pt x="534" y="137"/>
                </a:cubicBezTo>
                <a:cubicBezTo>
                  <a:pt x="531" y="137"/>
                  <a:pt x="528" y="136"/>
                  <a:pt x="525" y="135"/>
                </a:cubicBezTo>
                <a:cubicBezTo>
                  <a:pt x="524" y="134"/>
                  <a:pt x="523" y="133"/>
                  <a:pt x="521" y="132"/>
                </a:cubicBezTo>
                <a:cubicBezTo>
                  <a:pt x="520" y="133"/>
                  <a:pt x="520" y="133"/>
                  <a:pt x="520" y="135"/>
                </a:cubicBezTo>
                <a:cubicBezTo>
                  <a:pt x="522" y="137"/>
                  <a:pt x="523" y="140"/>
                  <a:pt x="526" y="140"/>
                </a:cubicBezTo>
                <a:cubicBezTo>
                  <a:pt x="528" y="139"/>
                  <a:pt x="529" y="139"/>
                  <a:pt x="531" y="140"/>
                </a:cubicBezTo>
                <a:cubicBezTo>
                  <a:pt x="533" y="142"/>
                  <a:pt x="523" y="148"/>
                  <a:pt x="522" y="150"/>
                </a:cubicBezTo>
                <a:cubicBezTo>
                  <a:pt x="520" y="149"/>
                  <a:pt x="518" y="147"/>
                  <a:pt x="517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5"/>
                  <a:pt x="516" y="145"/>
                  <a:pt x="516" y="145"/>
                </a:cubicBezTo>
                <a:cubicBezTo>
                  <a:pt x="516" y="148"/>
                  <a:pt x="517" y="148"/>
                  <a:pt x="517" y="150"/>
                </a:cubicBezTo>
                <a:cubicBezTo>
                  <a:pt x="516" y="153"/>
                  <a:pt x="519" y="156"/>
                  <a:pt x="522" y="155"/>
                </a:cubicBezTo>
                <a:cubicBezTo>
                  <a:pt x="527" y="152"/>
                  <a:pt x="531" y="144"/>
                  <a:pt x="536" y="142"/>
                </a:cubicBezTo>
                <a:cubicBezTo>
                  <a:pt x="538" y="141"/>
                  <a:pt x="540" y="143"/>
                  <a:pt x="542" y="144"/>
                </a:cubicBezTo>
                <a:cubicBezTo>
                  <a:pt x="544" y="146"/>
                  <a:pt x="544" y="150"/>
                  <a:pt x="545" y="153"/>
                </a:cubicBezTo>
                <a:cubicBezTo>
                  <a:pt x="546" y="153"/>
                  <a:pt x="546" y="154"/>
                  <a:pt x="548" y="154"/>
                </a:cubicBezTo>
                <a:cubicBezTo>
                  <a:pt x="548" y="153"/>
                  <a:pt x="549" y="152"/>
                  <a:pt x="549" y="151"/>
                </a:cubicBezTo>
                <a:cubicBezTo>
                  <a:pt x="549" y="143"/>
                  <a:pt x="545" y="142"/>
                  <a:pt x="538" y="139"/>
                </a:cubicBezTo>
                <a:cubicBezTo>
                  <a:pt x="538" y="139"/>
                  <a:pt x="538" y="139"/>
                  <a:pt x="538" y="138"/>
                </a:cubicBezTo>
                <a:cubicBezTo>
                  <a:pt x="539" y="137"/>
                  <a:pt x="541" y="137"/>
                  <a:pt x="542" y="135"/>
                </a:cubicBezTo>
                <a:cubicBezTo>
                  <a:pt x="542" y="132"/>
                  <a:pt x="541" y="132"/>
                  <a:pt x="540" y="131"/>
                </a:cubicBezTo>
                <a:cubicBezTo>
                  <a:pt x="540" y="131"/>
                  <a:pt x="540" y="130"/>
                  <a:pt x="540" y="130"/>
                </a:cubicBezTo>
                <a:cubicBezTo>
                  <a:pt x="544" y="131"/>
                  <a:pt x="544" y="133"/>
                  <a:pt x="546" y="130"/>
                </a:cubicBezTo>
                <a:cubicBezTo>
                  <a:pt x="546" y="125"/>
                  <a:pt x="540" y="126"/>
                  <a:pt x="537" y="123"/>
                </a:cubicBezTo>
                <a:cubicBezTo>
                  <a:pt x="535" y="122"/>
                  <a:pt x="535" y="121"/>
                  <a:pt x="532" y="121"/>
                </a:cubicBezTo>
                <a:close/>
                <a:moveTo>
                  <a:pt x="462" y="556"/>
                </a:moveTo>
                <a:cubicBezTo>
                  <a:pt x="429" y="574"/>
                  <a:pt x="391" y="584"/>
                  <a:pt x="351" y="584"/>
                </a:cubicBezTo>
                <a:cubicBezTo>
                  <a:pt x="297" y="584"/>
                  <a:pt x="246" y="565"/>
                  <a:pt x="206" y="533"/>
                </a:cubicBezTo>
                <a:cubicBezTo>
                  <a:pt x="216" y="527"/>
                  <a:pt x="259" y="504"/>
                  <a:pt x="307" y="513"/>
                </a:cubicBezTo>
                <a:cubicBezTo>
                  <a:pt x="307" y="513"/>
                  <a:pt x="345" y="522"/>
                  <a:pt x="356" y="531"/>
                </a:cubicBezTo>
                <a:cubicBezTo>
                  <a:pt x="359" y="533"/>
                  <a:pt x="367" y="537"/>
                  <a:pt x="378" y="541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50" y="508"/>
                  <a:pt x="318" y="496"/>
                  <a:pt x="302" y="496"/>
                </a:cubicBezTo>
                <a:cubicBezTo>
                  <a:pt x="275" y="496"/>
                  <a:pt x="258" y="487"/>
                  <a:pt x="193" y="522"/>
                </a:cubicBezTo>
                <a:cubicBezTo>
                  <a:pt x="187" y="516"/>
                  <a:pt x="181" y="510"/>
                  <a:pt x="176" y="504"/>
                </a:cubicBezTo>
                <a:cubicBezTo>
                  <a:pt x="184" y="497"/>
                  <a:pt x="221" y="468"/>
                  <a:pt x="279" y="471"/>
                </a:cubicBezTo>
                <a:cubicBezTo>
                  <a:pt x="279" y="471"/>
                  <a:pt x="319" y="471"/>
                  <a:pt x="364" y="494"/>
                </a:cubicBezTo>
                <a:cubicBezTo>
                  <a:pt x="358" y="472"/>
                  <a:pt x="358" y="472"/>
                  <a:pt x="358" y="472"/>
                </a:cubicBezTo>
                <a:cubicBezTo>
                  <a:pt x="357" y="472"/>
                  <a:pt x="356" y="471"/>
                  <a:pt x="354" y="471"/>
                </a:cubicBezTo>
                <a:cubicBezTo>
                  <a:pt x="354" y="471"/>
                  <a:pt x="295" y="445"/>
                  <a:pt x="239" y="457"/>
                </a:cubicBezTo>
                <a:cubicBezTo>
                  <a:pt x="239" y="457"/>
                  <a:pt x="211" y="459"/>
                  <a:pt x="164" y="489"/>
                </a:cubicBezTo>
                <a:cubicBezTo>
                  <a:pt x="159" y="483"/>
                  <a:pt x="155" y="476"/>
                  <a:pt x="151" y="469"/>
                </a:cubicBezTo>
                <a:cubicBezTo>
                  <a:pt x="164" y="459"/>
                  <a:pt x="213" y="425"/>
                  <a:pt x="280" y="429"/>
                </a:cubicBezTo>
                <a:cubicBezTo>
                  <a:pt x="280" y="429"/>
                  <a:pt x="316" y="427"/>
                  <a:pt x="361" y="453"/>
                </a:cubicBezTo>
                <a:cubicBezTo>
                  <a:pt x="361" y="453"/>
                  <a:pt x="453" y="499"/>
                  <a:pt x="554" y="466"/>
                </a:cubicBezTo>
                <a:cubicBezTo>
                  <a:pt x="549" y="475"/>
                  <a:pt x="543" y="484"/>
                  <a:pt x="536" y="492"/>
                </a:cubicBezTo>
                <a:cubicBezTo>
                  <a:pt x="517" y="497"/>
                  <a:pt x="474" y="505"/>
                  <a:pt x="439" y="498"/>
                </a:cubicBezTo>
                <a:cubicBezTo>
                  <a:pt x="439" y="498"/>
                  <a:pt x="417" y="496"/>
                  <a:pt x="378" y="481"/>
                </a:cubicBezTo>
                <a:cubicBezTo>
                  <a:pt x="384" y="502"/>
                  <a:pt x="384" y="502"/>
                  <a:pt x="384" y="502"/>
                </a:cubicBezTo>
                <a:cubicBezTo>
                  <a:pt x="410" y="511"/>
                  <a:pt x="461" y="524"/>
                  <a:pt x="517" y="515"/>
                </a:cubicBezTo>
                <a:cubicBezTo>
                  <a:pt x="508" y="523"/>
                  <a:pt x="499" y="532"/>
                  <a:pt x="489" y="539"/>
                </a:cubicBezTo>
                <a:cubicBezTo>
                  <a:pt x="471" y="540"/>
                  <a:pt x="436" y="539"/>
                  <a:pt x="395" y="529"/>
                </a:cubicBezTo>
                <a:cubicBezTo>
                  <a:pt x="395" y="529"/>
                  <a:pt x="393" y="528"/>
                  <a:pt x="390" y="527"/>
                </a:cubicBezTo>
                <a:cubicBezTo>
                  <a:pt x="395" y="546"/>
                  <a:pt x="395" y="546"/>
                  <a:pt x="395" y="546"/>
                </a:cubicBezTo>
                <a:cubicBezTo>
                  <a:pt x="415" y="551"/>
                  <a:pt x="439" y="555"/>
                  <a:pt x="462" y="556"/>
                </a:cubicBezTo>
                <a:close/>
                <a:moveTo>
                  <a:pt x="575" y="415"/>
                </a:moveTo>
                <a:cubicBezTo>
                  <a:pt x="521" y="437"/>
                  <a:pt x="471" y="446"/>
                  <a:pt x="411" y="431"/>
                </a:cubicBezTo>
                <a:cubicBezTo>
                  <a:pt x="343" y="414"/>
                  <a:pt x="336" y="388"/>
                  <a:pt x="258" y="390"/>
                </a:cubicBezTo>
                <a:cubicBezTo>
                  <a:pt x="192" y="392"/>
                  <a:pt x="146" y="425"/>
                  <a:pt x="134" y="435"/>
                </a:cubicBezTo>
                <a:cubicBezTo>
                  <a:pt x="137" y="442"/>
                  <a:pt x="140" y="448"/>
                  <a:pt x="143" y="455"/>
                </a:cubicBezTo>
                <a:cubicBezTo>
                  <a:pt x="182" y="425"/>
                  <a:pt x="229" y="413"/>
                  <a:pt x="271" y="413"/>
                </a:cubicBezTo>
                <a:cubicBezTo>
                  <a:pt x="318" y="413"/>
                  <a:pt x="355" y="432"/>
                  <a:pt x="355" y="432"/>
                </a:cubicBezTo>
                <a:cubicBezTo>
                  <a:pt x="355" y="432"/>
                  <a:pt x="400" y="457"/>
                  <a:pt x="457" y="461"/>
                </a:cubicBezTo>
                <a:cubicBezTo>
                  <a:pt x="511" y="465"/>
                  <a:pt x="560" y="444"/>
                  <a:pt x="566" y="442"/>
                </a:cubicBezTo>
                <a:cubicBezTo>
                  <a:pt x="570" y="433"/>
                  <a:pt x="573" y="424"/>
                  <a:pt x="575" y="415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4" name="îšľiḋê">
            <a:extLst xmlns:a="http://schemas.openxmlformats.org/drawingml/2006/main">
              <a:ext uri="{FF2B5EF4-FFF2-40B4-BE49-F238E27FC236}">
                <a16:creationId xmlns:a16="http://schemas.microsoft.com/office/drawing/2014/main" id="{A0FFE121-CBF5-2AAC-44E3-7E254792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7800" y="768769"/>
            <a:ext cx="585229" cy="403693"/>
          </a:xfrm>
          <a:custGeom xmlns:a="http://schemas.openxmlformats.org/drawingml/2006/main">
            <a:gdLst>
              <a:gd name="T0" fmla="*/ 188 w 340"/>
              <a:gd name="T1" fmla="*/ 0 h 234"/>
              <a:gd name="T2" fmla="*/ 215 w 340"/>
              <a:gd name="T3" fmla="*/ 50 h 234"/>
              <a:gd name="T4" fmla="*/ 206 w 340"/>
              <a:gd name="T5" fmla="*/ 68 h 234"/>
              <a:gd name="T6" fmla="*/ 196 w 340"/>
              <a:gd name="T7" fmla="*/ 152 h 234"/>
              <a:gd name="T8" fmla="*/ 188 w 340"/>
              <a:gd name="T9" fmla="*/ 201 h 234"/>
              <a:gd name="T10" fmla="*/ 177 w 340"/>
              <a:gd name="T11" fmla="*/ 193 h 234"/>
              <a:gd name="T12" fmla="*/ 169 w 340"/>
              <a:gd name="T13" fmla="*/ 170 h 234"/>
              <a:gd name="T14" fmla="*/ 174 w 340"/>
              <a:gd name="T15" fmla="*/ 147 h 234"/>
              <a:gd name="T16" fmla="*/ 179 w 340"/>
              <a:gd name="T17" fmla="*/ 52 h 234"/>
              <a:gd name="T18" fmla="*/ 183 w 340"/>
              <a:gd name="T19" fmla="*/ 0 h 234"/>
              <a:gd name="T20" fmla="*/ 188 w 340"/>
              <a:gd name="T21" fmla="*/ 0 h 234"/>
              <a:gd name="T22" fmla="*/ 233 w 340"/>
              <a:gd name="T23" fmla="*/ 53 h 234"/>
              <a:gd name="T24" fmla="*/ 217 w 340"/>
              <a:gd name="T25" fmla="*/ 68 h 234"/>
              <a:gd name="T26" fmla="*/ 293 w 340"/>
              <a:gd name="T27" fmla="*/ 85 h 234"/>
              <a:gd name="T28" fmla="*/ 298 w 340"/>
              <a:gd name="T29" fmla="*/ 75 h 234"/>
              <a:gd name="T30" fmla="*/ 233 w 340"/>
              <a:gd name="T31" fmla="*/ 53 h 234"/>
              <a:gd name="T32" fmla="*/ 46 w 340"/>
              <a:gd name="T33" fmla="*/ 49 h 234"/>
              <a:gd name="T34" fmla="*/ 87 w 340"/>
              <a:gd name="T35" fmla="*/ 81 h 234"/>
              <a:gd name="T36" fmla="*/ 83 w 340"/>
              <a:gd name="T37" fmla="*/ 155 h 234"/>
              <a:gd name="T38" fmla="*/ 105 w 340"/>
              <a:gd name="T39" fmla="*/ 168 h 234"/>
              <a:gd name="T40" fmla="*/ 104 w 340"/>
              <a:gd name="T41" fmla="*/ 174 h 234"/>
              <a:gd name="T42" fmla="*/ 42 w 340"/>
              <a:gd name="T43" fmla="*/ 226 h 234"/>
              <a:gd name="T44" fmla="*/ 4 w 340"/>
              <a:gd name="T45" fmla="*/ 216 h 234"/>
              <a:gd name="T46" fmla="*/ 0 w 340"/>
              <a:gd name="T47" fmla="*/ 209 h 234"/>
              <a:gd name="T48" fmla="*/ 2 w 340"/>
              <a:gd name="T49" fmla="*/ 205 h 234"/>
              <a:gd name="T50" fmla="*/ 51 w 340"/>
              <a:gd name="T51" fmla="*/ 167 h 234"/>
              <a:gd name="T52" fmla="*/ 47 w 340"/>
              <a:gd name="T53" fmla="*/ 160 h 234"/>
              <a:gd name="T54" fmla="*/ 25 w 340"/>
              <a:gd name="T55" fmla="*/ 144 h 234"/>
              <a:gd name="T56" fmla="*/ 26 w 340"/>
              <a:gd name="T57" fmla="*/ 138 h 234"/>
              <a:gd name="T58" fmla="*/ 55 w 340"/>
              <a:gd name="T59" fmla="*/ 124 h 234"/>
              <a:gd name="T60" fmla="*/ 30 w 340"/>
              <a:gd name="T61" fmla="*/ 54 h 234"/>
              <a:gd name="T62" fmla="*/ 35 w 340"/>
              <a:gd name="T63" fmla="*/ 52 h 234"/>
              <a:gd name="T64" fmla="*/ 46 w 340"/>
              <a:gd name="T65" fmla="*/ 49 h 234"/>
              <a:gd name="T66" fmla="*/ 247 w 340"/>
              <a:gd name="T67" fmla="*/ 155 h 234"/>
              <a:gd name="T68" fmla="*/ 211 w 340"/>
              <a:gd name="T69" fmla="*/ 151 h 234"/>
              <a:gd name="T70" fmla="*/ 207 w 340"/>
              <a:gd name="T71" fmla="*/ 155 h 234"/>
              <a:gd name="T72" fmla="*/ 222 w 340"/>
              <a:gd name="T73" fmla="*/ 183 h 234"/>
              <a:gd name="T74" fmla="*/ 271 w 340"/>
              <a:gd name="T75" fmla="*/ 180 h 234"/>
              <a:gd name="T76" fmla="*/ 322 w 340"/>
              <a:gd name="T77" fmla="*/ 228 h 234"/>
              <a:gd name="T78" fmla="*/ 340 w 340"/>
              <a:gd name="T79" fmla="*/ 219 h 234"/>
              <a:gd name="T80" fmla="*/ 328 w 340"/>
              <a:gd name="T81" fmla="*/ 186 h 234"/>
              <a:gd name="T82" fmla="*/ 247 w 340"/>
              <a:gd name="T83" fmla="*/ 155 h 234"/>
            </a:gdLst>
            <a:rect l="0" t="0" r="r" b="b"/>
            <a:pathLst>
              <a:path w="340" h="234">
                <a:moveTo>
                  <a:pt x="188" y="0"/>
                </a:moveTo>
                <a:cubicBezTo>
                  <a:pt x="204" y="5"/>
                  <a:pt x="223" y="30"/>
                  <a:pt x="215" y="50"/>
                </a:cubicBezTo>
                <a:cubicBezTo>
                  <a:pt x="212" y="56"/>
                  <a:pt x="209" y="62"/>
                  <a:pt x="206" y="68"/>
                </a:cubicBezTo>
                <a:cubicBezTo>
                  <a:pt x="202" y="96"/>
                  <a:pt x="199" y="124"/>
                  <a:pt x="196" y="152"/>
                </a:cubicBezTo>
                <a:cubicBezTo>
                  <a:pt x="194" y="167"/>
                  <a:pt x="204" y="194"/>
                  <a:pt x="188" y="201"/>
                </a:cubicBezTo>
                <a:cubicBezTo>
                  <a:pt x="182" y="201"/>
                  <a:pt x="181" y="197"/>
                  <a:pt x="177" y="193"/>
                </a:cubicBezTo>
                <a:cubicBezTo>
                  <a:pt x="174" y="185"/>
                  <a:pt x="172" y="178"/>
                  <a:pt x="169" y="170"/>
                </a:cubicBezTo>
                <a:cubicBezTo>
                  <a:pt x="171" y="162"/>
                  <a:pt x="173" y="155"/>
                  <a:pt x="174" y="147"/>
                </a:cubicBezTo>
                <a:cubicBezTo>
                  <a:pt x="176" y="115"/>
                  <a:pt x="178" y="84"/>
                  <a:pt x="179" y="52"/>
                </a:cubicBezTo>
                <a:cubicBezTo>
                  <a:pt x="179" y="33"/>
                  <a:pt x="171" y="13"/>
                  <a:pt x="183" y="0"/>
                </a:cubicBezTo>
                <a:cubicBezTo>
                  <a:pt x="185" y="0"/>
                  <a:pt x="187" y="0"/>
                  <a:pt x="188" y="0"/>
                </a:cubicBezTo>
                <a:close/>
                <a:moveTo>
                  <a:pt x="233" y="53"/>
                </a:moveTo>
                <a:cubicBezTo>
                  <a:pt x="226" y="57"/>
                  <a:pt x="220" y="58"/>
                  <a:pt x="217" y="68"/>
                </a:cubicBezTo>
                <a:cubicBezTo>
                  <a:pt x="255" y="107"/>
                  <a:pt x="254" y="78"/>
                  <a:pt x="293" y="85"/>
                </a:cubicBezTo>
                <a:cubicBezTo>
                  <a:pt x="296" y="81"/>
                  <a:pt x="297" y="81"/>
                  <a:pt x="298" y="75"/>
                </a:cubicBezTo>
                <a:cubicBezTo>
                  <a:pt x="283" y="62"/>
                  <a:pt x="260" y="57"/>
                  <a:pt x="233" y="53"/>
                </a:cubicBezTo>
                <a:close/>
                <a:moveTo>
                  <a:pt x="46" y="49"/>
                </a:moveTo>
                <a:cubicBezTo>
                  <a:pt x="68" y="52"/>
                  <a:pt x="83" y="66"/>
                  <a:pt x="87" y="81"/>
                </a:cubicBezTo>
                <a:cubicBezTo>
                  <a:pt x="86" y="106"/>
                  <a:pt x="84" y="131"/>
                  <a:pt x="83" y="155"/>
                </a:cubicBezTo>
                <a:cubicBezTo>
                  <a:pt x="94" y="159"/>
                  <a:pt x="98" y="160"/>
                  <a:pt x="105" y="168"/>
                </a:cubicBezTo>
                <a:cubicBezTo>
                  <a:pt x="104" y="170"/>
                  <a:pt x="104" y="172"/>
                  <a:pt x="104" y="174"/>
                </a:cubicBezTo>
                <a:cubicBezTo>
                  <a:pt x="87" y="193"/>
                  <a:pt x="65" y="214"/>
                  <a:pt x="42" y="226"/>
                </a:cubicBezTo>
                <a:cubicBezTo>
                  <a:pt x="30" y="222"/>
                  <a:pt x="17" y="219"/>
                  <a:pt x="4" y="216"/>
                </a:cubicBezTo>
                <a:cubicBezTo>
                  <a:pt x="3" y="213"/>
                  <a:pt x="2" y="211"/>
                  <a:pt x="0" y="209"/>
                </a:cubicBezTo>
                <a:cubicBezTo>
                  <a:pt x="1" y="208"/>
                  <a:pt x="2" y="206"/>
                  <a:pt x="2" y="205"/>
                </a:cubicBezTo>
                <a:cubicBezTo>
                  <a:pt x="17" y="190"/>
                  <a:pt x="44" y="193"/>
                  <a:pt x="51" y="167"/>
                </a:cubicBezTo>
                <a:cubicBezTo>
                  <a:pt x="50" y="165"/>
                  <a:pt x="49" y="163"/>
                  <a:pt x="47" y="160"/>
                </a:cubicBezTo>
                <a:cubicBezTo>
                  <a:pt x="34" y="159"/>
                  <a:pt x="27" y="154"/>
                  <a:pt x="25" y="144"/>
                </a:cubicBezTo>
                <a:cubicBezTo>
                  <a:pt x="25" y="142"/>
                  <a:pt x="26" y="140"/>
                  <a:pt x="26" y="138"/>
                </a:cubicBezTo>
                <a:cubicBezTo>
                  <a:pt x="32" y="131"/>
                  <a:pt x="46" y="128"/>
                  <a:pt x="55" y="124"/>
                </a:cubicBezTo>
                <a:cubicBezTo>
                  <a:pt x="61" y="78"/>
                  <a:pt x="30" y="80"/>
                  <a:pt x="30" y="54"/>
                </a:cubicBezTo>
                <a:cubicBezTo>
                  <a:pt x="32" y="53"/>
                  <a:pt x="33" y="53"/>
                  <a:pt x="35" y="52"/>
                </a:cubicBezTo>
                <a:cubicBezTo>
                  <a:pt x="38" y="51"/>
                  <a:pt x="42" y="50"/>
                  <a:pt x="46" y="49"/>
                </a:cubicBezTo>
                <a:close/>
                <a:moveTo>
                  <a:pt x="247" y="155"/>
                </a:moveTo>
                <a:cubicBezTo>
                  <a:pt x="235" y="153"/>
                  <a:pt x="223" y="152"/>
                  <a:pt x="211" y="151"/>
                </a:cubicBezTo>
                <a:cubicBezTo>
                  <a:pt x="210" y="152"/>
                  <a:pt x="208" y="154"/>
                  <a:pt x="207" y="155"/>
                </a:cubicBezTo>
                <a:cubicBezTo>
                  <a:pt x="206" y="168"/>
                  <a:pt x="213" y="178"/>
                  <a:pt x="222" y="183"/>
                </a:cubicBezTo>
                <a:cubicBezTo>
                  <a:pt x="242" y="192"/>
                  <a:pt x="250" y="170"/>
                  <a:pt x="271" y="180"/>
                </a:cubicBezTo>
                <a:cubicBezTo>
                  <a:pt x="296" y="191"/>
                  <a:pt x="301" y="217"/>
                  <a:pt x="322" y="228"/>
                </a:cubicBezTo>
                <a:cubicBezTo>
                  <a:pt x="332" y="234"/>
                  <a:pt x="337" y="225"/>
                  <a:pt x="340" y="219"/>
                </a:cubicBezTo>
                <a:cubicBezTo>
                  <a:pt x="336" y="208"/>
                  <a:pt x="332" y="197"/>
                  <a:pt x="328" y="186"/>
                </a:cubicBezTo>
                <a:cubicBezTo>
                  <a:pt x="320" y="175"/>
                  <a:pt x="268" y="158"/>
                  <a:pt x="247" y="155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5" name="îṡļídê">
            <a:extLst xmlns:a="http://schemas.openxmlformats.org/drawingml/2006/main">
              <a:ext uri="{FF2B5EF4-FFF2-40B4-BE49-F238E27FC236}">
                <a16:creationId xmlns:a16="http://schemas.microsoft.com/office/drawing/2014/main" id="{D16AA899-1A4B-299D-BB0C-5762365D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2555" y="832596"/>
            <a:ext cx="348153" cy="315825"/>
          </a:xfrm>
          <a:custGeom xmlns:a="http://schemas.openxmlformats.org/drawingml/2006/main">
            <a:gdLst>
              <a:gd name="T0" fmla="*/ 79 w 202"/>
              <a:gd name="T1" fmla="*/ 4 h 183"/>
              <a:gd name="T2" fmla="*/ 107 w 202"/>
              <a:gd name="T3" fmla="*/ 12 h 183"/>
              <a:gd name="T4" fmla="*/ 109 w 202"/>
              <a:gd name="T5" fmla="*/ 44 h 183"/>
              <a:gd name="T6" fmla="*/ 119 w 202"/>
              <a:gd name="T7" fmla="*/ 62 h 183"/>
              <a:gd name="T8" fmla="*/ 117 w 202"/>
              <a:gd name="T9" fmla="*/ 68 h 183"/>
              <a:gd name="T10" fmla="*/ 85 w 202"/>
              <a:gd name="T11" fmla="*/ 112 h 183"/>
              <a:gd name="T12" fmla="*/ 2 w 202"/>
              <a:gd name="T13" fmla="*/ 168 h 183"/>
              <a:gd name="T14" fmla="*/ 0 w 202"/>
              <a:gd name="T15" fmla="*/ 163 h 183"/>
              <a:gd name="T16" fmla="*/ 61 w 202"/>
              <a:gd name="T17" fmla="*/ 98 h 183"/>
              <a:gd name="T18" fmla="*/ 58 w 202"/>
              <a:gd name="T19" fmla="*/ 96 h 183"/>
              <a:gd name="T20" fmla="*/ 21 w 202"/>
              <a:gd name="T21" fmla="*/ 72 h 183"/>
              <a:gd name="T22" fmla="*/ 24 w 202"/>
              <a:gd name="T23" fmla="*/ 62 h 183"/>
              <a:gd name="T24" fmla="*/ 40 w 202"/>
              <a:gd name="T25" fmla="*/ 63 h 183"/>
              <a:gd name="T26" fmla="*/ 85 w 202"/>
              <a:gd name="T27" fmla="*/ 39 h 183"/>
              <a:gd name="T28" fmla="*/ 79 w 202"/>
              <a:gd name="T29" fmla="*/ 4 h 183"/>
              <a:gd name="T30" fmla="*/ 102 w 202"/>
              <a:gd name="T31" fmla="*/ 97 h 183"/>
              <a:gd name="T32" fmla="*/ 97 w 202"/>
              <a:gd name="T33" fmla="*/ 105 h 183"/>
              <a:gd name="T34" fmla="*/ 161 w 202"/>
              <a:gd name="T35" fmla="*/ 145 h 183"/>
              <a:gd name="T36" fmla="*/ 184 w 202"/>
              <a:gd name="T37" fmla="*/ 183 h 183"/>
              <a:gd name="T38" fmla="*/ 190 w 202"/>
              <a:gd name="T39" fmla="*/ 180 h 183"/>
              <a:gd name="T40" fmla="*/ 102 w 202"/>
              <a:gd name="T41" fmla="*/ 97 h 183"/>
            </a:gdLst>
            <a:rect l="0" t="0" r="r" b="b"/>
            <a:pathLst>
              <a:path w="202" h="183">
                <a:moveTo>
                  <a:pt x="79" y="4"/>
                </a:moveTo>
                <a:cubicBezTo>
                  <a:pt x="92" y="0"/>
                  <a:pt x="101" y="4"/>
                  <a:pt x="107" y="12"/>
                </a:cubicBezTo>
                <a:cubicBezTo>
                  <a:pt x="116" y="26"/>
                  <a:pt x="109" y="34"/>
                  <a:pt x="109" y="44"/>
                </a:cubicBezTo>
                <a:cubicBezTo>
                  <a:pt x="108" y="54"/>
                  <a:pt x="119" y="52"/>
                  <a:pt x="119" y="62"/>
                </a:cubicBezTo>
                <a:cubicBezTo>
                  <a:pt x="118" y="64"/>
                  <a:pt x="118" y="66"/>
                  <a:pt x="117" y="68"/>
                </a:cubicBezTo>
                <a:cubicBezTo>
                  <a:pt x="96" y="74"/>
                  <a:pt x="95" y="97"/>
                  <a:pt x="85" y="112"/>
                </a:cubicBezTo>
                <a:cubicBezTo>
                  <a:pt x="69" y="135"/>
                  <a:pt x="41" y="161"/>
                  <a:pt x="2" y="168"/>
                </a:cubicBezTo>
                <a:cubicBezTo>
                  <a:pt x="2" y="166"/>
                  <a:pt x="1" y="164"/>
                  <a:pt x="0" y="163"/>
                </a:cubicBezTo>
                <a:cubicBezTo>
                  <a:pt x="18" y="141"/>
                  <a:pt x="54" y="126"/>
                  <a:pt x="61" y="98"/>
                </a:cubicBezTo>
                <a:cubicBezTo>
                  <a:pt x="60" y="97"/>
                  <a:pt x="59" y="97"/>
                  <a:pt x="58" y="96"/>
                </a:cubicBezTo>
                <a:cubicBezTo>
                  <a:pt x="44" y="99"/>
                  <a:pt x="27" y="87"/>
                  <a:pt x="21" y="72"/>
                </a:cubicBezTo>
                <a:cubicBezTo>
                  <a:pt x="22" y="69"/>
                  <a:pt x="23" y="66"/>
                  <a:pt x="24" y="62"/>
                </a:cubicBezTo>
                <a:cubicBezTo>
                  <a:pt x="30" y="58"/>
                  <a:pt x="35" y="63"/>
                  <a:pt x="40" y="63"/>
                </a:cubicBezTo>
                <a:cubicBezTo>
                  <a:pt x="54" y="61"/>
                  <a:pt x="76" y="47"/>
                  <a:pt x="85" y="39"/>
                </a:cubicBezTo>
                <a:cubicBezTo>
                  <a:pt x="83" y="25"/>
                  <a:pt x="74" y="17"/>
                  <a:pt x="79" y="4"/>
                </a:cubicBezTo>
                <a:close/>
                <a:moveTo>
                  <a:pt x="102" y="97"/>
                </a:moveTo>
                <a:cubicBezTo>
                  <a:pt x="101" y="100"/>
                  <a:pt x="99" y="102"/>
                  <a:pt x="97" y="105"/>
                </a:cubicBezTo>
                <a:cubicBezTo>
                  <a:pt x="106" y="120"/>
                  <a:pt x="147" y="129"/>
                  <a:pt x="161" y="145"/>
                </a:cubicBezTo>
                <a:cubicBezTo>
                  <a:pt x="173" y="160"/>
                  <a:pt x="170" y="176"/>
                  <a:pt x="184" y="183"/>
                </a:cubicBezTo>
                <a:cubicBezTo>
                  <a:pt x="186" y="182"/>
                  <a:pt x="188" y="181"/>
                  <a:pt x="190" y="180"/>
                </a:cubicBezTo>
                <a:cubicBezTo>
                  <a:pt x="202" y="137"/>
                  <a:pt x="137" y="89"/>
                  <a:pt x="102" y="97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6" name="îSḻïḋé">
            <a:extLst xmlns:a="http://schemas.openxmlformats.org/drawingml/2006/main">
              <a:ext uri="{FF2B5EF4-FFF2-40B4-BE49-F238E27FC236}">
                <a16:creationId xmlns:a16="http://schemas.microsoft.com/office/drawing/2014/main" id="{DB38B657-FB8B-C986-CF45-73C4F6C9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7242" y="399891"/>
            <a:ext cx="613413" cy="900226"/>
          </a:xfrm>
          <a:custGeom xmlns:a="http://schemas.openxmlformats.org/drawingml/2006/main">
            <a:gdLst>
              <a:gd name="T0" fmla="*/ 187 w 356"/>
              <a:gd name="T1" fmla="*/ 109 h 522"/>
              <a:gd name="T2" fmla="*/ 223 w 356"/>
              <a:gd name="T3" fmla="*/ 134 h 522"/>
              <a:gd name="T4" fmla="*/ 192 w 356"/>
              <a:gd name="T5" fmla="*/ 134 h 522"/>
              <a:gd name="T6" fmla="*/ 182 w 356"/>
              <a:gd name="T7" fmla="*/ 203 h 522"/>
              <a:gd name="T8" fmla="*/ 207 w 356"/>
              <a:gd name="T9" fmla="*/ 195 h 522"/>
              <a:gd name="T10" fmla="*/ 175 w 356"/>
              <a:gd name="T11" fmla="*/ 220 h 522"/>
              <a:gd name="T12" fmla="*/ 194 w 356"/>
              <a:gd name="T13" fmla="*/ 309 h 522"/>
              <a:gd name="T14" fmla="*/ 243 w 356"/>
              <a:gd name="T15" fmla="*/ 181 h 522"/>
              <a:gd name="T16" fmla="*/ 259 w 356"/>
              <a:gd name="T17" fmla="*/ 179 h 522"/>
              <a:gd name="T18" fmla="*/ 257 w 356"/>
              <a:gd name="T19" fmla="*/ 241 h 522"/>
              <a:gd name="T20" fmla="*/ 209 w 356"/>
              <a:gd name="T21" fmla="*/ 326 h 522"/>
              <a:gd name="T22" fmla="*/ 293 w 356"/>
              <a:gd name="T23" fmla="*/ 378 h 522"/>
              <a:gd name="T24" fmla="*/ 355 w 356"/>
              <a:gd name="T25" fmla="*/ 409 h 522"/>
              <a:gd name="T26" fmla="*/ 308 w 356"/>
              <a:gd name="T27" fmla="*/ 423 h 522"/>
              <a:gd name="T28" fmla="*/ 199 w 356"/>
              <a:gd name="T29" fmla="*/ 338 h 522"/>
              <a:gd name="T30" fmla="*/ 176 w 356"/>
              <a:gd name="T31" fmla="*/ 401 h 522"/>
              <a:gd name="T32" fmla="*/ 172 w 356"/>
              <a:gd name="T33" fmla="*/ 522 h 522"/>
              <a:gd name="T34" fmla="*/ 113 w 356"/>
              <a:gd name="T35" fmla="*/ 459 h 522"/>
              <a:gd name="T36" fmla="*/ 151 w 356"/>
              <a:gd name="T37" fmla="*/ 477 h 522"/>
              <a:gd name="T38" fmla="*/ 155 w 356"/>
              <a:gd name="T39" fmla="*/ 383 h 522"/>
              <a:gd name="T40" fmla="*/ 24 w 356"/>
              <a:gd name="T41" fmla="*/ 463 h 522"/>
              <a:gd name="T42" fmla="*/ 73 w 356"/>
              <a:gd name="T43" fmla="*/ 413 h 522"/>
              <a:gd name="T44" fmla="*/ 44 w 356"/>
              <a:gd name="T45" fmla="*/ 343 h 522"/>
              <a:gd name="T46" fmla="*/ 0 w 356"/>
              <a:gd name="T47" fmla="*/ 243 h 522"/>
              <a:gd name="T48" fmla="*/ 41 w 356"/>
              <a:gd name="T49" fmla="*/ 275 h 522"/>
              <a:gd name="T50" fmla="*/ 66 w 356"/>
              <a:gd name="T51" fmla="*/ 357 h 522"/>
              <a:gd name="T52" fmla="*/ 150 w 356"/>
              <a:gd name="T53" fmla="*/ 285 h 522"/>
              <a:gd name="T54" fmla="*/ 112 w 356"/>
              <a:gd name="T55" fmla="*/ 266 h 522"/>
              <a:gd name="T56" fmla="*/ 159 w 356"/>
              <a:gd name="T57" fmla="*/ 252 h 522"/>
              <a:gd name="T58" fmla="*/ 156 w 356"/>
              <a:gd name="T59" fmla="*/ 227 h 522"/>
              <a:gd name="T60" fmla="*/ 53 w 356"/>
              <a:gd name="T61" fmla="*/ 281 h 522"/>
              <a:gd name="T62" fmla="*/ 156 w 356"/>
              <a:gd name="T63" fmla="*/ 214 h 522"/>
              <a:gd name="T64" fmla="*/ 159 w 356"/>
              <a:gd name="T65" fmla="*/ 163 h 522"/>
              <a:gd name="T66" fmla="*/ 98 w 356"/>
              <a:gd name="T67" fmla="*/ 167 h 522"/>
              <a:gd name="T68" fmla="*/ 88 w 356"/>
              <a:gd name="T69" fmla="*/ 143 h 522"/>
              <a:gd name="T70" fmla="*/ 171 w 356"/>
              <a:gd name="T71" fmla="*/ 40 h 522"/>
              <a:gd name="T72" fmla="*/ 166 w 356"/>
              <a:gd name="T73" fmla="*/ 3 h 522"/>
              <a:gd name="T74" fmla="*/ 189 w 356"/>
              <a:gd name="T75" fmla="*/ 313 h 522"/>
              <a:gd name="T76" fmla="*/ 172 w 356"/>
              <a:gd name="T77" fmla="*/ 330 h 522"/>
              <a:gd name="T78" fmla="*/ 191 w 356"/>
              <a:gd name="T79" fmla="*/ 314 h 522"/>
              <a:gd name="T80" fmla="*/ 148 w 356"/>
              <a:gd name="T81" fmla="*/ 330 h 522"/>
              <a:gd name="T82" fmla="*/ 74 w 356"/>
              <a:gd name="T83" fmla="*/ 379 h 522"/>
              <a:gd name="T84" fmla="*/ 153 w 356"/>
              <a:gd name="T85" fmla="*/ 348 h 522"/>
              <a:gd name="T86" fmla="*/ 148 w 356"/>
              <a:gd name="T87" fmla="*/ 330 h 522"/>
            </a:gdLst>
            <a:rect l="0" t="0" r="r" b="b"/>
            <a:pathLst>
              <a:path w="356" h="522">
                <a:moveTo>
                  <a:pt x="179" y="1"/>
                </a:moveTo>
                <a:cubicBezTo>
                  <a:pt x="219" y="32"/>
                  <a:pt x="181" y="74"/>
                  <a:pt x="187" y="109"/>
                </a:cubicBezTo>
                <a:cubicBezTo>
                  <a:pt x="197" y="112"/>
                  <a:pt x="212" y="105"/>
                  <a:pt x="221" y="121"/>
                </a:cubicBezTo>
                <a:cubicBezTo>
                  <a:pt x="224" y="126"/>
                  <a:pt x="223" y="129"/>
                  <a:pt x="223" y="134"/>
                </a:cubicBezTo>
                <a:cubicBezTo>
                  <a:pt x="223" y="135"/>
                  <a:pt x="222" y="135"/>
                  <a:pt x="222" y="135"/>
                </a:cubicBezTo>
                <a:cubicBezTo>
                  <a:pt x="213" y="137"/>
                  <a:pt x="199" y="131"/>
                  <a:pt x="192" y="134"/>
                </a:cubicBezTo>
                <a:cubicBezTo>
                  <a:pt x="184" y="137"/>
                  <a:pt x="176" y="190"/>
                  <a:pt x="174" y="200"/>
                </a:cubicBezTo>
                <a:cubicBezTo>
                  <a:pt x="176" y="201"/>
                  <a:pt x="179" y="202"/>
                  <a:pt x="182" y="203"/>
                </a:cubicBezTo>
                <a:cubicBezTo>
                  <a:pt x="188" y="196"/>
                  <a:pt x="195" y="192"/>
                  <a:pt x="203" y="193"/>
                </a:cubicBezTo>
                <a:cubicBezTo>
                  <a:pt x="204" y="194"/>
                  <a:pt x="206" y="194"/>
                  <a:pt x="207" y="195"/>
                </a:cubicBezTo>
                <a:cubicBezTo>
                  <a:pt x="207" y="197"/>
                  <a:pt x="206" y="199"/>
                  <a:pt x="206" y="201"/>
                </a:cubicBezTo>
                <a:cubicBezTo>
                  <a:pt x="197" y="206"/>
                  <a:pt x="179" y="212"/>
                  <a:pt x="175" y="220"/>
                </a:cubicBezTo>
                <a:cubicBezTo>
                  <a:pt x="175" y="245"/>
                  <a:pt x="175" y="270"/>
                  <a:pt x="176" y="295"/>
                </a:cubicBezTo>
                <a:cubicBezTo>
                  <a:pt x="184" y="300"/>
                  <a:pt x="188" y="302"/>
                  <a:pt x="194" y="309"/>
                </a:cubicBezTo>
                <a:cubicBezTo>
                  <a:pt x="216" y="282"/>
                  <a:pt x="250" y="223"/>
                  <a:pt x="250" y="199"/>
                </a:cubicBezTo>
                <a:cubicBezTo>
                  <a:pt x="250" y="193"/>
                  <a:pt x="244" y="187"/>
                  <a:pt x="243" y="181"/>
                </a:cubicBezTo>
                <a:cubicBezTo>
                  <a:pt x="244" y="180"/>
                  <a:pt x="245" y="179"/>
                  <a:pt x="246" y="178"/>
                </a:cubicBezTo>
                <a:cubicBezTo>
                  <a:pt x="250" y="179"/>
                  <a:pt x="254" y="179"/>
                  <a:pt x="259" y="179"/>
                </a:cubicBezTo>
                <a:cubicBezTo>
                  <a:pt x="275" y="183"/>
                  <a:pt x="279" y="204"/>
                  <a:pt x="277" y="214"/>
                </a:cubicBezTo>
                <a:cubicBezTo>
                  <a:pt x="270" y="223"/>
                  <a:pt x="264" y="232"/>
                  <a:pt x="257" y="241"/>
                </a:cubicBezTo>
                <a:cubicBezTo>
                  <a:pt x="253" y="253"/>
                  <a:pt x="248" y="266"/>
                  <a:pt x="243" y="278"/>
                </a:cubicBezTo>
                <a:cubicBezTo>
                  <a:pt x="233" y="297"/>
                  <a:pt x="212" y="310"/>
                  <a:pt x="209" y="326"/>
                </a:cubicBezTo>
                <a:cubicBezTo>
                  <a:pt x="226" y="339"/>
                  <a:pt x="245" y="346"/>
                  <a:pt x="263" y="354"/>
                </a:cubicBezTo>
                <a:cubicBezTo>
                  <a:pt x="273" y="362"/>
                  <a:pt x="283" y="370"/>
                  <a:pt x="293" y="378"/>
                </a:cubicBezTo>
                <a:cubicBezTo>
                  <a:pt x="315" y="388"/>
                  <a:pt x="335" y="377"/>
                  <a:pt x="356" y="406"/>
                </a:cubicBezTo>
                <a:cubicBezTo>
                  <a:pt x="356" y="407"/>
                  <a:pt x="355" y="408"/>
                  <a:pt x="355" y="409"/>
                </a:cubicBezTo>
                <a:cubicBezTo>
                  <a:pt x="354" y="411"/>
                  <a:pt x="352" y="413"/>
                  <a:pt x="351" y="414"/>
                </a:cubicBezTo>
                <a:cubicBezTo>
                  <a:pt x="337" y="417"/>
                  <a:pt x="322" y="420"/>
                  <a:pt x="308" y="423"/>
                </a:cubicBezTo>
                <a:cubicBezTo>
                  <a:pt x="291" y="418"/>
                  <a:pt x="292" y="402"/>
                  <a:pt x="284" y="393"/>
                </a:cubicBezTo>
                <a:cubicBezTo>
                  <a:pt x="256" y="375"/>
                  <a:pt x="228" y="356"/>
                  <a:pt x="199" y="338"/>
                </a:cubicBezTo>
                <a:cubicBezTo>
                  <a:pt x="191" y="338"/>
                  <a:pt x="183" y="343"/>
                  <a:pt x="175" y="347"/>
                </a:cubicBezTo>
                <a:cubicBezTo>
                  <a:pt x="165" y="366"/>
                  <a:pt x="176" y="383"/>
                  <a:pt x="176" y="401"/>
                </a:cubicBezTo>
                <a:cubicBezTo>
                  <a:pt x="176" y="441"/>
                  <a:pt x="176" y="479"/>
                  <a:pt x="179" y="517"/>
                </a:cubicBezTo>
                <a:cubicBezTo>
                  <a:pt x="176" y="519"/>
                  <a:pt x="174" y="521"/>
                  <a:pt x="172" y="522"/>
                </a:cubicBezTo>
                <a:cubicBezTo>
                  <a:pt x="138" y="509"/>
                  <a:pt x="138" y="488"/>
                  <a:pt x="110" y="464"/>
                </a:cubicBezTo>
                <a:cubicBezTo>
                  <a:pt x="111" y="462"/>
                  <a:pt x="112" y="461"/>
                  <a:pt x="113" y="459"/>
                </a:cubicBezTo>
                <a:cubicBezTo>
                  <a:pt x="115" y="460"/>
                  <a:pt x="116" y="460"/>
                  <a:pt x="118" y="460"/>
                </a:cubicBezTo>
                <a:cubicBezTo>
                  <a:pt x="129" y="466"/>
                  <a:pt x="140" y="471"/>
                  <a:pt x="151" y="477"/>
                </a:cubicBezTo>
                <a:cubicBezTo>
                  <a:pt x="152" y="477"/>
                  <a:pt x="153" y="476"/>
                  <a:pt x="154" y="476"/>
                </a:cubicBezTo>
                <a:cubicBezTo>
                  <a:pt x="154" y="445"/>
                  <a:pt x="155" y="414"/>
                  <a:pt x="155" y="383"/>
                </a:cubicBezTo>
                <a:cubicBezTo>
                  <a:pt x="137" y="380"/>
                  <a:pt x="62" y="461"/>
                  <a:pt x="28" y="466"/>
                </a:cubicBezTo>
                <a:cubicBezTo>
                  <a:pt x="27" y="465"/>
                  <a:pt x="25" y="464"/>
                  <a:pt x="24" y="463"/>
                </a:cubicBezTo>
                <a:cubicBezTo>
                  <a:pt x="24" y="462"/>
                  <a:pt x="25" y="461"/>
                  <a:pt x="26" y="460"/>
                </a:cubicBezTo>
                <a:cubicBezTo>
                  <a:pt x="33" y="443"/>
                  <a:pt x="68" y="433"/>
                  <a:pt x="73" y="413"/>
                </a:cubicBezTo>
                <a:cubicBezTo>
                  <a:pt x="67" y="404"/>
                  <a:pt x="69" y="398"/>
                  <a:pt x="67" y="390"/>
                </a:cubicBezTo>
                <a:cubicBezTo>
                  <a:pt x="59" y="375"/>
                  <a:pt x="52" y="359"/>
                  <a:pt x="44" y="343"/>
                </a:cubicBezTo>
                <a:cubicBezTo>
                  <a:pt x="37" y="320"/>
                  <a:pt x="29" y="296"/>
                  <a:pt x="22" y="272"/>
                </a:cubicBezTo>
                <a:cubicBezTo>
                  <a:pt x="17" y="259"/>
                  <a:pt x="4" y="255"/>
                  <a:pt x="0" y="243"/>
                </a:cubicBezTo>
                <a:cubicBezTo>
                  <a:pt x="5" y="230"/>
                  <a:pt x="27" y="224"/>
                  <a:pt x="37" y="244"/>
                </a:cubicBezTo>
                <a:cubicBezTo>
                  <a:pt x="42" y="254"/>
                  <a:pt x="38" y="264"/>
                  <a:pt x="41" y="275"/>
                </a:cubicBezTo>
                <a:cubicBezTo>
                  <a:pt x="47" y="290"/>
                  <a:pt x="53" y="306"/>
                  <a:pt x="59" y="322"/>
                </a:cubicBezTo>
                <a:cubicBezTo>
                  <a:pt x="62" y="334"/>
                  <a:pt x="58" y="346"/>
                  <a:pt x="66" y="357"/>
                </a:cubicBezTo>
                <a:cubicBezTo>
                  <a:pt x="84" y="352"/>
                  <a:pt x="148" y="309"/>
                  <a:pt x="155" y="290"/>
                </a:cubicBezTo>
                <a:cubicBezTo>
                  <a:pt x="154" y="288"/>
                  <a:pt x="152" y="287"/>
                  <a:pt x="150" y="285"/>
                </a:cubicBezTo>
                <a:cubicBezTo>
                  <a:pt x="139" y="290"/>
                  <a:pt x="106" y="292"/>
                  <a:pt x="109" y="269"/>
                </a:cubicBezTo>
                <a:cubicBezTo>
                  <a:pt x="110" y="268"/>
                  <a:pt x="111" y="267"/>
                  <a:pt x="112" y="266"/>
                </a:cubicBezTo>
                <a:cubicBezTo>
                  <a:pt x="128" y="256"/>
                  <a:pt x="139" y="256"/>
                  <a:pt x="156" y="255"/>
                </a:cubicBezTo>
                <a:cubicBezTo>
                  <a:pt x="157" y="254"/>
                  <a:pt x="158" y="253"/>
                  <a:pt x="159" y="252"/>
                </a:cubicBezTo>
                <a:cubicBezTo>
                  <a:pt x="158" y="244"/>
                  <a:pt x="158" y="237"/>
                  <a:pt x="158" y="229"/>
                </a:cubicBezTo>
                <a:cubicBezTo>
                  <a:pt x="157" y="228"/>
                  <a:pt x="156" y="228"/>
                  <a:pt x="156" y="227"/>
                </a:cubicBezTo>
                <a:cubicBezTo>
                  <a:pt x="143" y="231"/>
                  <a:pt x="125" y="232"/>
                  <a:pt x="114" y="242"/>
                </a:cubicBezTo>
                <a:cubicBezTo>
                  <a:pt x="92" y="263"/>
                  <a:pt x="87" y="301"/>
                  <a:pt x="53" y="281"/>
                </a:cubicBezTo>
                <a:cubicBezTo>
                  <a:pt x="53" y="277"/>
                  <a:pt x="53" y="274"/>
                  <a:pt x="53" y="270"/>
                </a:cubicBezTo>
                <a:cubicBezTo>
                  <a:pt x="83" y="230"/>
                  <a:pt x="122" y="227"/>
                  <a:pt x="156" y="214"/>
                </a:cubicBezTo>
                <a:cubicBezTo>
                  <a:pt x="163" y="201"/>
                  <a:pt x="164" y="177"/>
                  <a:pt x="163" y="164"/>
                </a:cubicBezTo>
                <a:cubicBezTo>
                  <a:pt x="162" y="164"/>
                  <a:pt x="161" y="163"/>
                  <a:pt x="159" y="163"/>
                </a:cubicBezTo>
                <a:cubicBezTo>
                  <a:pt x="147" y="171"/>
                  <a:pt x="119" y="199"/>
                  <a:pt x="104" y="182"/>
                </a:cubicBezTo>
                <a:cubicBezTo>
                  <a:pt x="102" y="177"/>
                  <a:pt x="100" y="172"/>
                  <a:pt x="98" y="167"/>
                </a:cubicBezTo>
                <a:cubicBezTo>
                  <a:pt x="91" y="157"/>
                  <a:pt x="87" y="161"/>
                  <a:pt x="83" y="149"/>
                </a:cubicBezTo>
                <a:cubicBezTo>
                  <a:pt x="85" y="147"/>
                  <a:pt x="86" y="145"/>
                  <a:pt x="88" y="143"/>
                </a:cubicBezTo>
                <a:cubicBezTo>
                  <a:pt x="111" y="139"/>
                  <a:pt x="148" y="135"/>
                  <a:pt x="168" y="114"/>
                </a:cubicBezTo>
                <a:cubicBezTo>
                  <a:pt x="169" y="89"/>
                  <a:pt x="170" y="65"/>
                  <a:pt x="171" y="40"/>
                </a:cubicBezTo>
                <a:cubicBezTo>
                  <a:pt x="171" y="29"/>
                  <a:pt x="162" y="18"/>
                  <a:pt x="162" y="7"/>
                </a:cubicBezTo>
                <a:cubicBezTo>
                  <a:pt x="164" y="6"/>
                  <a:pt x="165" y="4"/>
                  <a:pt x="166" y="3"/>
                </a:cubicBezTo>
                <a:cubicBezTo>
                  <a:pt x="171" y="0"/>
                  <a:pt x="174" y="2"/>
                  <a:pt x="179" y="1"/>
                </a:cubicBezTo>
                <a:close/>
                <a:moveTo>
                  <a:pt x="189" y="313"/>
                </a:moveTo>
                <a:cubicBezTo>
                  <a:pt x="184" y="314"/>
                  <a:pt x="179" y="315"/>
                  <a:pt x="174" y="316"/>
                </a:cubicBezTo>
                <a:cubicBezTo>
                  <a:pt x="171" y="323"/>
                  <a:pt x="171" y="325"/>
                  <a:pt x="172" y="330"/>
                </a:cubicBezTo>
                <a:cubicBezTo>
                  <a:pt x="174" y="331"/>
                  <a:pt x="176" y="331"/>
                  <a:pt x="178" y="332"/>
                </a:cubicBezTo>
                <a:cubicBezTo>
                  <a:pt x="182" y="326"/>
                  <a:pt x="186" y="320"/>
                  <a:pt x="191" y="314"/>
                </a:cubicBezTo>
                <a:cubicBezTo>
                  <a:pt x="190" y="313"/>
                  <a:pt x="190" y="313"/>
                  <a:pt x="189" y="313"/>
                </a:cubicBezTo>
                <a:close/>
                <a:moveTo>
                  <a:pt x="148" y="330"/>
                </a:moveTo>
                <a:cubicBezTo>
                  <a:pt x="131" y="345"/>
                  <a:pt x="115" y="359"/>
                  <a:pt x="99" y="374"/>
                </a:cubicBezTo>
                <a:cubicBezTo>
                  <a:pt x="90" y="378"/>
                  <a:pt x="82" y="373"/>
                  <a:pt x="74" y="379"/>
                </a:cubicBezTo>
                <a:cubicBezTo>
                  <a:pt x="78" y="386"/>
                  <a:pt x="82" y="394"/>
                  <a:pt x="87" y="402"/>
                </a:cubicBezTo>
                <a:cubicBezTo>
                  <a:pt x="96" y="399"/>
                  <a:pt x="151" y="354"/>
                  <a:pt x="153" y="348"/>
                </a:cubicBezTo>
                <a:cubicBezTo>
                  <a:pt x="153" y="344"/>
                  <a:pt x="153" y="339"/>
                  <a:pt x="153" y="335"/>
                </a:cubicBezTo>
                <a:cubicBezTo>
                  <a:pt x="151" y="333"/>
                  <a:pt x="150" y="332"/>
                  <a:pt x="148" y="33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7" name="íṧ1îḍè">
            <a:extLst xmlns:a="http://schemas.openxmlformats.org/drawingml/2006/main">
              <a:ext uri="{FF2B5EF4-FFF2-40B4-BE49-F238E27FC236}">
                <a16:creationId xmlns:a16="http://schemas.microsoft.com/office/drawing/2014/main" id="{90BE6FAB-CB30-97FC-0197-D3868880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95472" y="548271"/>
            <a:ext cx="588545" cy="772570"/>
          </a:xfrm>
          <a:custGeom xmlns:a="http://schemas.openxmlformats.org/drawingml/2006/main">
            <a:gdLst>
              <a:gd name="T0" fmla="*/ 113 w 342"/>
              <a:gd name="T1" fmla="*/ 49 h 448"/>
              <a:gd name="T2" fmla="*/ 137 w 342"/>
              <a:gd name="T3" fmla="*/ 96 h 448"/>
              <a:gd name="T4" fmla="*/ 165 w 342"/>
              <a:gd name="T5" fmla="*/ 60 h 448"/>
              <a:gd name="T6" fmla="*/ 150 w 342"/>
              <a:gd name="T7" fmla="*/ 46 h 448"/>
              <a:gd name="T8" fmla="*/ 175 w 342"/>
              <a:gd name="T9" fmla="*/ 30 h 448"/>
              <a:gd name="T10" fmla="*/ 171 w 342"/>
              <a:gd name="T11" fmla="*/ 9 h 448"/>
              <a:gd name="T12" fmla="*/ 200 w 342"/>
              <a:gd name="T13" fmla="*/ 59 h 448"/>
              <a:gd name="T14" fmla="*/ 213 w 342"/>
              <a:gd name="T15" fmla="*/ 139 h 448"/>
              <a:gd name="T16" fmla="*/ 258 w 342"/>
              <a:gd name="T17" fmla="*/ 94 h 448"/>
              <a:gd name="T18" fmla="*/ 242 w 342"/>
              <a:gd name="T19" fmla="*/ 85 h 448"/>
              <a:gd name="T20" fmla="*/ 286 w 342"/>
              <a:gd name="T21" fmla="*/ 36 h 448"/>
              <a:gd name="T22" fmla="*/ 242 w 342"/>
              <a:gd name="T23" fmla="*/ 28 h 448"/>
              <a:gd name="T24" fmla="*/ 249 w 342"/>
              <a:gd name="T25" fmla="*/ 10 h 448"/>
              <a:gd name="T26" fmla="*/ 263 w 342"/>
              <a:gd name="T27" fmla="*/ 124 h 448"/>
              <a:gd name="T28" fmla="*/ 329 w 342"/>
              <a:gd name="T29" fmla="*/ 191 h 448"/>
              <a:gd name="T30" fmla="*/ 285 w 342"/>
              <a:gd name="T31" fmla="*/ 195 h 448"/>
              <a:gd name="T32" fmla="*/ 227 w 342"/>
              <a:gd name="T33" fmla="*/ 199 h 448"/>
              <a:gd name="T34" fmla="*/ 300 w 342"/>
              <a:gd name="T35" fmla="*/ 149 h 448"/>
              <a:gd name="T36" fmla="*/ 296 w 342"/>
              <a:gd name="T37" fmla="*/ 128 h 448"/>
              <a:gd name="T38" fmla="*/ 249 w 342"/>
              <a:gd name="T39" fmla="*/ 150 h 448"/>
              <a:gd name="T40" fmla="*/ 146 w 342"/>
              <a:gd name="T41" fmla="*/ 185 h 448"/>
              <a:gd name="T42" fmla="*/ 119 w 342"/>
              <a:gd name="T43" fmla="*/ 212 h 448"/>
              <a:gd name="T44" fmla="*/ 107 w 342"/>
              <a:gd name="T45" fmla="*/ 213 h 448"/>
              <a:gd name="T46" fmla="*/ 64 w 342"/>
              <a:gd name="T47" fmla="*/ 184 h 448"/>
              <a:gd name="T48" fmla="*/ 88 w 342"/>
              <a:gd name="T49" fmla="*/ 170 h 448"/>
              <a:gd name="T50" fmla="*/ 79 w 342"/>
              <a:gd name="T51" fmla="*/ 95 h 448"/>
              <a:gd name="T52" fmla="*/ 108 w 342"/>
              <a:gd name="T53" fmla="*/ 164 h 448"/>
              <a:gd name="T54" fmla="*/ 107 w 342"/>
              <a:gd name="T55" fmla="*/ 51 h 448"/>
              <a:gd name="T56" fmla="*/ 27 w 342"/>
              <a:gd name="T57" fmla="*/ 174 h 448"/>
              <a:gd name="T58" fmla="*/ 19 w 342"/>
              <a:gd name="T59" fmla="*/ 255 h 448"/>
              <a:gd name="T60" fmla="*/ 21 w 342"/>
              <a:gd name="T61" fmla="*/ 178 h 448"/>
              <a:gd name="T62" fmla="*/ 140 w 342"/>
              <a:gd name="T63" fmla="*/ 118 h 448"/>
              <a:gd name="T64" fmla="*/ 177 w 342"/>
              <a:gd name="T65" fmla="*/ 137 h 448"/>
              <a:gd name="T66" fmla="*/ 167 w 342"/>
              <a:gd name="T67" fmla="*/ 106 h 448"/>
              <a:gd name="T68" fmla="*/ 198 w 342"/>
              <a:gd name="T69" fmla="*/ 111 h 448"/>
              <a:gd name="T70" fmla="*/ 112 w 342"/>
              <a:gd name="T71" fmla="*/ 227 h 448"/>
              <a:gd name="T72" fmla="*/ 144 w 342"/>
              <a:gd name="T73" fmla="*/ 254 h 448"/>
              <a:gd name="T74" fmla="*/ 136 w 342"/>
              <a:gd name="T75" fmla="*/ 282 h 448"/>
              <a:gd name="T76" fmla="*/ 172 w 342"/>
              <a:gd name="T77" fmla="*/ 266 h 448"/>
              <a:gd name="T78" fmla="*/ 127 w 342"/>
              <a:gd name="T79" fmla="*/ 321 h 448"/>
              <a:gd name="T80" fmla="*/ 102 w 342"/>
              <a:gd name="T81" fmla="*/ 339 h 448"/>
              <a:gd name="T82" fmla="*/ 169 w 342"/>
              <a:gd name="T83" fmla="*/ 326 h 448"/>
              <a:gd name="T84" fmla="*/ 120 w 342"/>
              <a:gd name="T85" fmla="*/ 400 h 448"/>
              <a:gd name="T86" fmla="*/ 116 w 342"/>
              <a:gd name="T87" fmla="*/ 406 h 448"/>
              <a:gd name="T88" fmla="*/ 179 w 342"/>
              <a:gd name="T89" fmla="*/ 430 h 448"/>
              <a:gd name="T90" fmla="*/ 240 w 342"/>
              <a:gd name="T91" fmla="*/ 307 h 448"/>
              <a:gd name="T92" fmla="*/ 301 w 342"/>
              <a:gd name="T93" fmla="*/ 336 h 448"/>
              <a:gd name="T94" fmla="*/ 205 w 342"/>
              <a:gd name="T95" fmla="*/ 296 h 448"/>
              <a:gd name="T96" fmla="*/ 207 w 342"/>
              <a:gd name="T97" fmla="*/ 261 h 448"/>
              <a:gd name="T98" fmla="*/ 185 w 342"/>
              <a:gd name="T99" fmla="*/ 246 h 448"/>
              <a:gd name="T100" fmla="*/ 143 w 342"/>
              <a:gd name="T101" fmla="*/ 224 h 448"/>
            </a:gdLst>
            <a:rect l="0" t="0" r="r" b="b"/>
            <a:pathLst>
              <a:path w="342" h="448">
                <a:moveTo>
                  <a:pt x="107" y="51"/>
                </a:moveTo>
                <a:cubicBezTo>
                  <a:pt x="109" y="51"/>
                  <a:pt x="111" y="50"/>
                  <a:pt x="113" y="49"/>
                </a:cubicBezTo>
                <a:cubicBezTo>
                  <a:pt x="120" y="52"/>
                  <a:pt x="126" y="55"/>
                  <a:pt x="133" y="58"/>
                </a:cubicBezTo>
                <a:cubicBezTo>
                  <a:pt x="143" y="74"/>
                  <a:pt x="136" y="82"/>
                  <a:pt x="137" y="96"/>
                </a:cubicBezTo>
                <a:cubicBezTo>
                  <a:pt x="138" y="97"/>
                  <a:pt x="138" y="97"/>
                  <a:pt x="139" y="97"/>
                </a:cubicBezTo>
                <a:cubicBezTo>
                  <a:pt x="148" y="85"/>
                  <a:pt x="156" y="73"/>
                  <a:pt x="165" y="60"/>
                </a:cubicBezTo>
                <a:cubicBezTo>
                  <a:pt x="164" y="58"/>
                  <a:pt x="163" y="56"/>
                  <a:pt x="162" y="54"/>
                </a:cubicBezTo>
                <a:cubicBezTo>
                  <a:pt x="156" y="52"/>
                  <a:pt x="154" y="53"/>
                  <a:pt x="150" y="46"/>
                </a:cubicBezTo>
                <a:cubicBezTo>
                  <a:pt x="150" y="41"/>
                  <a:pt x="151" y="37"/>
                  <a:pt x="151" y="32"/>
                </a:cubicBezTo>
                <a:cubicBezTo>
                  <a:pt x="162" y="27"/>
                  <a:pt x="165" y="33"/>
                  <a:pt x="175" y="30"/>
                </a:cubicBezTo>
                <a:cubicBezTo>
                  <a:pt x="175" y="29"/>
                  <a:pt x="175" y="28"/>
                  <a:pt x="175" y="26"/>
                </a:cubicBezTo>
                <a:cubicBezTo>
                  <a:pt x="170" y="19"/>
                  <a:pt x="168" y="15"/>
                  <a:pt x="171" y="9"/>
                </a:cubicBezTo>
                <a:cubicBezTo>
                  <a:pt x="172" y="8"/>
                  <a:pt x="173" y="7"/>
                  <a:pt x="173" y="6"/>
                </a:cubicBezTo>
                <a:cubicBezTo>
                  <a:pt x="207" y="16"/>
                  <a:pt x="202" y="33"/>
                  <a:pt x="200" y="59"/>
                </a:cubicBezTo>
                <a:cubicBezTo>
                  <a:pt x="220" y="80"/>
                  <a:pt x="221" y="113"/>
                  <a:pt x="208" y="135"/>
                </a:cubicBezTo>
                <a:cubicBezTo>
                  <a:pt x="210" y="136"/>
                  <a:pt x="211" y="138"/>
                  <a:pt x="213" y="139"/>
                </a:cubicBezTo>
                <a:cubicBezTo>
                  <a:pt x="214" y="139"/>
                  <a:pt x="214" y="138"/>
                  <a:pt x="215" y="138"/>
                </a:cubicBezTo>
                <a:cubicBezTo>
                  <a:pt x="232" y="137"/>
                  <a:pt x="257" y="109"/>
                  <a:pt x="258" y="94"/>
                </a:cubicBezTo>
                <a:cubicBezTo>
                  <a:pt x="252" y="93"/>
                  <a:pt x="247" y="93"/>
                  <a:pt x="241" y="93"/>
                </a:cubicBezTo>
                <a:cubicBezTo>
                  <a:pt x="240" y="88"/>
                  <a:pt x="240" y="89"/>
                  <a:pt x="242" y="85"/>
                </a:cubicBezTo>
                <a:cubicBezTo>
                  <a:pt x="249" y="74"/>
                  <a:pt x="267" y="72"/>
                  <a:pt x="277" y="66"/>
                </a:cubicBezTo>
                <a:cubicBezTo>
                  <a:pt x="280" y="56"/>
                  <a:pt x="283" y="46"/>
                  <a:pt x="286" y="36"/>
                </a:cubicBezTo>
                <a:cubicBezTo>
                  <a:pt x="284" y="35"/>
                  <a:pt x="283" y="33"/>
                  <a:pt x="281" y="32"/>
                </a:cubicBezTo>
                <a:cubicBezTo>
                  <a:pt x="269" y="38"/>
                  <a:pt x="251" y="38"/>
                  <a:pt x="242" y="28"/>
                </a:cubicBezTo>
                <a:cubicBezTo>
                  <a:pt x="242" y="23"/>
                  <a:pt x="242" y="19"/>
                  <a:pt x="243" y="15"/>
                </a:cubicBezTo>
                <a:cubicBezTo>
                  <a:pt x="245" y="13"/>
                  <a:pt x="247" y="12"/>
                  <a:pt x="249" y="10"/>
                </a:cubicBezTo>
                <a:cubicBezTo>
                  <a:pt x="268" y="16"/>
                  <a:pt x="293" y="0"/>
                  <a:pt x="311" y="12"/>
                </a:cubicBezTo>
                <a:cubicBezTo>
                  <a:pt x="330" y="25"/>
                  <a:pt x="266" y="104"/>
                  <a:pt x="263" y="124"/>
                </a:cubicBezTo>
                <a:cubicBezTo>
                  <a:pt x="275" y="127"/>
                  <a:pt x="289" y="114"/>
                  <a:pt x="303" y="116"/>
                </a:cubicBezTo>
                <a:cubicBezTo>
                  <a:pt x="342" y="123"/>
                  <a:pt x="333" y="168"/>
                  <a:pt x="329" y="191"/>
                </a:cubicBezTo>
                <a:cubicBezTo>
                  <a:pt x="327" y="192"/>
                  <a:pt x="324" y="193"/>
                  <a:pt x="321" y="195"/>
                </a:cubicBezTo>
                <a:cubicBezTo>
                  <a:pt x="305" y="186"/>
                  <a:pt x="302" y="195"/>
                  <a:pt x="285" y="195"/>
                </a:cubicBezTo>
                <a:cubicBezTo>
                  <a:pt x="260" y="195"/>
                  <a:pt x="261" y="186"/>
                  <a:pt x="229" y="200"/>
                </a:cubicBezTo>
                <a:cubicBezTo>
                  <a:pt x="228" y="200"/>
                  <a:pt x="228" y="199"/>
                  <a:pt x="227" y="199"/>
                </a:cubicBezTo>
                <a:cubicBezTo>
                  <a:pt x="226" y="197"/>
                  <a:pt x="225" y="195"/>
                  <a:pt x="225" y="194"/>
                </a:cubicBezTo>
                <a:cubicBezTo>
                  <a:pt x="250" y="170"/>
                  <a:pt x="277" y="161"/>
                  <a:pt x="300" y="149"/>
                </a:cubicBezTo>
                <a:cubicBezTo>
                  <a:pt x="300" y="147"/>
                  <a:pt x="301" y="145"/>
                  <a:pt x="302" y="143"/>
                </a:cubicBezTo>
                <a:cubicBezTo>
                  <a:pt x="300" y="138"/>
                  <a:pt x="298" y="133"/>
                  <a:pt x="296" y="128"/>
                </a:cubicBezTo>
                <a:cubicBezTo>
                  <a:pt x="295" y="128"/>
                  <a:pt x="293" y="127"/>
                  <a:pt x="292" y="127"/>
                </a:cubicBezTo>
                <a:cubicBezTo>
                  <a:pt x="270" y="150"/>
                  <a:pt x="270" y="141"/>
                  <a:pt x="249" y="150"/>
                </a:cubicBezTo>
                <a:cubicBezTo>
                  <a:pt x="239" y="157"/>
                  <a:pt x="229" y="163"/>
                  <a:pt x="219" y="170"/>
                </a:cubicBezTo>
                <a:cubicBezTo>
                  <a:pt x="183" y="156"/>
                  <a:pt x="185" y="173"/>
                  <a:pt x="146" y="185"/>
                </a:cubicBezTo>
                <a:cubicBezTo>
                  <a:pt x="139" y="185"/>
                  <a:pt x="132" y="186"/>
                  <a:pt x="125" y="186"/>
                </a:cubicBezTo>
                <a:cubicBezTo>
                  <a:pt x="115" y="195"/>
                  <a:pt x="121" y="202"/>
                  <a:pt x="119" y="212"/>
                </a:cubicBezTo>
                <a:cubicBezTo>
                  <a:pt x="117" y="213"/>
                  <a:pt x="116" y="214"/>
                  <a:pt x="115" y="215"/>
                </a:cubicBezTo>
                <a:cubicBezTo>
                  <a:pt x="112" y="215"/>
                  <a:pt x="109" y="214"/>
                  <a:pt x="107" y="213"/>
                </a:cubicBezTo>
                <a:cubicBezTo>
                  <a:pt x="90" y="186"/>
                  <a:pt x="89" y="199"/>
                  <a:pt x="65" y="188"/>
                </a:cubicBezTo>
                <a:cubicBezTo>
                  <a:pt x="65" y="186"/>
                  <a:pt x="64" y="185"/>
                  <a:pt x="64" y="184"/>
                </a:cubicBezTo>
                <a:cubicBezTo>
                  <a:pt x="63" y="179"/>
                  <a:pt x="64" y="178"/>
                  <a:pt x="66" y="173"/>
                </a:cubicBezTo>
                <a:cubicBezTo>
                  <a:pt x="73" y="172"/>
                  <a:pt x="81" y="171"/>
                  <a:pt x="88" y="170"/>
                </a:cubicBezTo>
                <a:cubicBezTo>
                  <a:pt x="87" y="147"/>
                  <a:pt x="70" y="122"/>
                  <a:pt x="68" y="98"/>
                </a:cubicBezTo>
                <a:cubicBezTo>
                  <a:pt x="74" y="94"/>
                  <a:pt x="74" y="95"/>
                  <a:pt x="79" y="95"/>
                </a:cubicBezTo>
                <a:cubicBezTo>
                  <a:pt x="84" y="97"/>
                  <a:pt x="89" y="100"/>
                  <a:pt x="93" y="103"/>
                </a:cubicBezTo>
                <a:cubicBezTo>
                  <a:pt x="98" y="127"/>
                  <a:pt x="94" y="140"/>
                  <a:pt x="108" y="164"/>
                </a:cubicBezTo>
                <a:cubicBezTo>
                  <a:pt x="115" y="165"/>
                  <a:pt x="119" y="166"/>
                  <a:pt x="128" y="161"/>
                </a:cubicBezTo>
                <a:cubicBezTo>
                  <a:pt x="132" y="128"/>
                  <a:pt x="104" y="84"/>
                  <a:pt x="107" y="51"/>
                </a:cubicBezTo>
                <a:close/>
                <a:moveTo>
                  <a:pt x="21" y="178"/>
                </a:moveTo>
                <a:cubicBezTo>
                  <a:pt x="23" y="177"/>
                  <a:pt x="25" y="175"/>
                  <a:pt x="27" y="174"/>
                </a:cubicBezTo>
                <a:cubicBezTo>
                  <a:pt x="28" y="175"/>
                  <a:pt x="28" y="175"/>
                  <a:pt x="29" y="176"/>
                </a:cubicBezTo>
                <a:cubicBezTo>
                  <a:pt x="50" y="192"/>
                  <a:pt x="39" y="239"/>
                  <a:pt x="19" y="255"/>
                </a:cubicBezTo>
                <a:cubicBezTo>
                  <a:pt x="15" y="254"/>
                  <a:pt x="12" y="253"/>
                  <a:pt x="9" y="252"/>
                </a:cubicBezTo>
                <a:cubicBezTo>
                  <a:pt x="0" y="231"/>
                  <a:pt x="20" y="200"/>
                  <a:pt x="21" y="178"/>
                </a:cubicBezTo>
                <a:close/>
                <a:moveTo>
                  <a:pt x="177" y="75"/>
                </a:moveTo>
                <a:cubicBezTo>
                  <a:pt x="169" y="90"/>
                  <a:pt x="146" y="102"/>
                  <a:pt x="140" y="118"/>
                </a:cubicBezTo>
                <a:cubicBezTo>
                  <a:pt x="143" y="130"/>
                  <a:pt x="146" y="143"/>
                  <a:pt x="149" y="155"/>
                </a:cubicBezTo>
                <a:cubicBezTo>
                  <a:pt x="159" y="155"/>
                  <a:pt x="175" y="151"/>
                  <a:pt x="177" y="137"/>
                </a:cubicBezTo>
                <a:cubicBezTo>
                  <a:pt x="169" y="132"/>
                  <a:pt x="153" y="125"/>
                  <a:pt x="159" y="112"/>
                </a:cubicBezTo>
                <a:cubicBezTo>
                  <a:pt x="162" y="110"/>
                  <a:pt x="164" y="108"/>
                  <a:pt x="167" y="106"/>
                </a:cubicBezTo>
                <a:cubicBezTo>
                  <a:pt x="177" y="104"/>
                  <a:pt x="182" y="108"/>
                  <a:pt x="190" y="116"/>
                </a:cubicBezTo>
                <a:cubicBezTo>
                  <a:pt x="193" y="115"/>
                  <a:pt x="195" y="113"/>
                  <a:pt x="198" y="111"/>
                </a:cubicBezTo>
                <a:cubicBezTo>
                  <a:pt x="205" y="100"/>
                  <a:pt x="201" y="60"/>
                  <a:pt x="177" y="75"/>
                </a:cubicBezTo>
                <a:close/>
                <a:moveTo>
                  <a:pt x="112" y="227"/>
                </a:moveTo>
                <a:cubicBezTo>
                  <a:pt x="111" y="233"/>
                  <a:pt x="110" y="236"/>
                  <a:pt x="114" y="244"/>
                </a:cubicBezTo>
                <a:cubicBezTo>
                  <a:pt x="126" y="249"/>
                  <a:pt x="133" y="251"/>
                  <a:pt x="144" y="254"/>
                </a:cubicBezTo>
                <a:cubicBezTo>
                  <a:pt x="143" y="262"/>
                  <a:pt x="135" y="271"/>
                  <a:pt x="132" y="278"/>
                </a:cubicBezTo>
                <a:cubicBezTo>
                  <a:pt x="134" y="279"/>
                  <a:pt x="135" y="280"/>
                  <a:pt x="136" y="282"/>
                </a:cubicBezTo>
                <a:cubicBezTo>
                  <a:pt x="146" y="276"/>
                  <a:pt x="157" y="270"/>
                  <a:pt x="167" y="265"/>
                </a:cubicBezTo>
                <a:cubicBezTo>
                  <a:pt x="169" y="265"/>
                  <a:pt x="170" y="265"/>
                  <a:pt x="172" y="266"/>
                </a:cubicBezTo>
                <a:cubicBezTo>
                  <a:pt x="178" y="280"/>
                  <a:pt x="173" y="289"/>
                  <a:pt x="177" y="303"/>
                </a:cubicBezTo>
                <a:cubicBezTo>
                  <a:pt x="160" y="309"/>
                  <a:pt x="143" y="315"/>
                  <a:pt x="127" y="321"/>
                </a:cubicBezTo>
                <a:cubicBezTo>
                  <a:pt x="117" y="324"/>
                  <a:pt x="107" y="320"/>
                  <a:pt x="97" y="324"/>
                </a:cubicBezTo>
                <a:cubicBezTo>
                  <a:pt x="96" y="329"/>
                  <a:pt x="96" y="332"/>
                  <a:pt x="102" y="339"/>
                </a:cubicBezTo>
                <a:cubicBezTo>
                  <a:pt x="114" y="342"/>
                  <a:pt x="133" y="355"/>
                  <a:pt x="148" y="341"/>
                </a:cubicBezTo>
                <a:cubicBezTo>
                  <a:pt x="154" y="335"/>
                  <a:pt x="160" y="328"/>
                  <a:pt x="169" y="326"/>
                </a:cubicBezTo>
                <a:cubicBezTo>
                  <a:pt x="187" y="327"/>
                  <a:pt x="162" y="392"/>
                  <a:pt x="160" y="404"/>
                </a:cubicBezTo>
                <a:cubicBezTo>
                  <a:pt x="149" y="409"/>
                  <a:pt x="130" y="404"/>
                  <a:pt x="120" y="400"/>
                </a:cubicBezTo>
                <a:cubicBezTo>
                  <a:pt x="118" y="401"/>
                  <a:pt x="117" y="402"/>
                  <a:pt x="116" y="403"/>
                </a:cubicBezTo>
                <a:cubicBezTo>
                  <a:pt x="116" y="404"/>
                  <a:pt x="116" y="405"/>
                  <a:pt x="116" y="406"/>
                </a:cubicBezTo>
                <a:cubicBezTo>
                  <a:pt x="125" y="415"/>
                  <a:pt x="132" y="411"/>
                  <a:pt x="137" y="422"/>
                </a:cubicBezTo>
                <a:cubicBezTo>
                  <a:pt x="145" y="438"/>
                  <a:pt x="169" y="448"/>
                  <a:pt x="179" y="430"/>
                </a:cubicBezTo>
                <a:cubicBezTo>
                  <a:pt x="196" y="398"/>
                  <a:pt x="187" y="345"/>
                  <a:pt x="201" y="319"/>
                </a:cubicBezTo>
                <a:cubicBezTo>
                  <a:pt x="209" y="308"/>
                  <a:pt x="229" y="311"/>
                  <a:pt x="240" y="307"/>
                </a:cubicBezTo>
                <a:cubicBezTo>
                  <a:pt x="256" y="313"/>
                  <a:pt x="270" y="330"/>
                  <a:pt x="284" y="340"/>
                </a:cubicBezTo>
                <a:cubicBezTo>
                  <a:pt x="291" y="340"/>
                  <a:pt x="292" y="342"/>
                  <a:pt x="301" y="336"/>
                </a:cubicBezTo>
                <a:cubicBezTo>
                  <a:pt x="302" y="330"/>
                  <a:pt x="301" y="326"/>
                  <a:pt x="301" y="319"/>
                </a:cubicBezTo>
                <a:cubicBezTo>
                  <a:pt x="268" y="279"/>
                  <a:pt x="247" y="286"/>
                  <a:pt x="205" y="296"/>
                </a:cubicBezTo>
                <a:cubicBezTo>
                  <a:pt x="201" y="296"/>
                  <a:pt x="202" y="296"/>
                  <a:pt x="199" y="295"/>
                </a:cubicBezTo>
                <a:cubicBezTo>
                  <a:pt x="199" y="283"/>
                  <a:pt x="209" y="275"/>
                  <a:pt x="207" y="261"/>
                </a:cubicBezTo>
                <a:cubicBezTo>
                  <a:pt x="199" y="251"/>
                  <a:pt x="194" y="253"/>
                  <a:pt x="186" y="250"/>
                </a:cubicBezTo>
                <a:cubicBezTo>
                  <a:pt x="186" y="248"/>
                  <a:pt x="185" y="247"/>
                  <a:pt x="185" y="246"/>
                </a:cubicBezTo>
                <a:cubicBezTo>
                  <a:pt x="202" y="237"/>
                  <a:pt x="213" y="247"/>
                  <a:pt x="212" y="225"/>
                </a:cubicBezTo>
                <a:cubicBezTo>
                  <a:pt x="192" y="200"/>
                  <a:pt x="167" y="223"/>
                  <a:pt x="143" y="224"/>
                </a:cubicBezTo>
                <a:cubicBezTo>
                  <a:pt x="131" y="224"/>
                  <a:pt x="126" y="217"/>
                  <a:pt x="112" y="227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3" name="í$ḷíḋê">
            <a:extLst xmlns:a="http://schemas.openxmlformats.org/drawingml/2006/main">
              <a:ext uri="{FF2B5EF4-FFF2-40B4-BE49-F238E27FC236}">
                <a16:creationId xmlns:a16="http://schemas.microsoft.com/office/drawing/2014/main" id="{DDBA2535-6E15-42A9-7B08-D8790E26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7349" y="1395446"/>
            <a:ext cx="2510023" cy="203090"/>
          </a:xfrm>
          <a:custGeom xmlns:a="http://schemas.openxmlformats.org/drawingml/2006/main">
            <a:gdLst>
              <a:gd name="T0" fmla="*/ 71 w 1458"/>
              <a:gd name="T1" fmla="*/ 91 h 118"/>
              <a:gd name="T2" fmla="*/ 124 w 1458"/>
              <a:gd name="T3" fmla="*/ 23 h 118"/>
              <a:gd name="T4" fmla="*/ 93 w 1458"/>
              <a:gd name="T5" fmla="*/ 58 h 118"/>
              <a:gd name="T6" fmla="*/ 124 w 1458"/>
              <a:gd name="T7" fmla="*/ 33 h 118"/>
              <a:gd name="T8" fmla="*/ 192 w 1458"/>
              <a:gd name="T9" fmla="*/ 26 h 118"/>
              <a:gd name="T10" fmla="*/ 186 w 1458"/>
              <a:gd name="T11" fmla="*/ 56 h 118"/>
              <a:gd name="T12" fmla="*/ 228 w 1458"/>
              <a:gd name="T13" fmla="*/ 85 h 118"/>
              <a:gd name="T14" fmla="*/ 237 w 1458"/>
              <a:gd name="T15" fmla="*/ 2 h 118"/>
              <a:gd name="T16" fmla="*/ 240 w 1458"/>
              <a:gd name="T17" fmla="*/ 80 h 118"/>
              <a:gd name="T18" fmla="*/ 298 w 1458"/>
              <a:gd name="T19" fmla="*/ 23 h 118"/>
              <a:gd name="T20" fmla="*/ 306 w 1458"/>
              <a:gd name="T21" fmla="*/ 37 h 118"/>
              <a:gd name="T22" fmla="*/ 389 w 1458"/>
              <a:gd name="T23" fmla="*/ 70 h 118"/>
              <a:gd name="T24" fmla="*/ 371 w 1458"/>
              <a:gd name="T25" fmla="*/ 23 h 118"/>
              <a:gd name="T26" fmla="*/ 383 w 1458"/>
              <a:gd name="T27" fmla="*/ 80 h 118"/>
              <a:gd name="T28" fmla="*/ 353 w 1458"/>
              <a:gd name="T29" fmla="*/ 52 h 118"/>
              <a:gd name="T30" fmla="*/ 426 w 1458"/>
              <a:gd name="T31" fmla="*/ 58 h 118"/>
              <a:gd name="T32" fmla="*/ 437 w 1458"/>
              <a:gd name="T33" fmla="*/ 35 h 118"/>
              <a:gd name="T34" fmla="*/ 471 w 1458"/>
              <a:gd name="T35" fmla="*/ 30 h 118"/>
              <a:gd name="T36" fmla="*/ 465 w 1458"/>
              <a:gd name="T37" fmla="*/ 83 h 118"/>
              <a:gd name="T38" fmla="*/ 444 w 1458"/>
              <a:gd name="T39" fmla="*/ 84 h 118"/>
              <a:gd name="T40" fmla="*/ 512 w 1458"/>
              <a:gd name="T41" fmla="*/ 80 h 118"/>
              <a:gd name="T42" fmla="*/ 500 w 1458"/>
              <a:gd name="T43" fmla="*/ 51 h 118"/>
              <a:gd name="T44" fmla="*/ 544 w 1458"/>
              <a:gd name="T45" fmla="*/ 32 h 118"/>
              <a:gd name="T46" fmla="*/ 509 w 1458"/>
              <a:gd name="T47" fmla="*/ 45 h 118"/>
              <a:gd name="T48" fmla="*/ 537 w 1458"/>
              <a:gd name="T49" fmla="*/ 90 h 118"/>
              <a:gd name="T50" fmla="*/ 579 w 1458"/>
              <a:gd name="T51" fmla="*/ 90 h 118"/>
              <a:gd name="T52" fmla="*/ 573 w 1458"/>
              <a:gd name="T53" fmla="*/ 9 h 118"/>
              <a:gd name="T54" fmla="*/ 584 w 1458"/>
              <a:gd name="T55" fmla="*/ 78 h 118"/>
              <a:gd name="T56" fmla="*/ 641 w 1458"/>
              <a:gd name="T57" fmla="*/ 92 h 118"/>
              <a:gd name="T58" fmla="*/ 670 w 1458"/>
              <a:gd name="T59" fmla="*/ 61 h 118"/>
              <a:gd name="T60" fmla="*/ 658 w 1458"/>
              <a:gd name="T61" fmla="*/ 52 h 118"/>
              <a:gd name="T62" fmla="*/ 701 w 1458"/>
              <a:gd name="T63" fmla="*/ 25 h 118"/>
              <a:gd name="T64" fmla="*/ 708 w 1458"/>
              <a:gd name="T65" fmla="*/ 37 h 118"/>
              <a:gd name="T66" fmla="*/ 750 w 1458"/>
              <a:gd name="T67" fmla="*/ 25 h 118"/>
              <a:gd name="T68" fmla="*/ 794 w 1458"/>
              <a:gd name="T69" fmla="*/ 91 h 118"/>
              <a:gd name="T70" fmla="*/ 751 w 1458"/>
              <a:gd name="T71" fmla="*/ 55 h 118"/>
              <a:gd name="T72" fmla="*/ 905 w 1458"/>
              <a:gd name="T73" fmla="*/ 87 h 118"/>
              <a:gd name="T74" fmla="*/ 860 w 1458"/>
              <a:gd name="T75" fmla="*/ 52 h 118"/>
              <a:gd name="T76" fmla="*/ 945 w 1458"/>
              <a:gd name="T77" fmla="*/ 91 h 118"/>
              <a:gd name="T78" fmla="*/ 998 w 1458"/>
              <a:gd name="T79" fmla="*/ 39 h 118"/>
              <a:gd name="T80" fmla="*/ 973 w 1458"/>
              <a:gd name="T81" fmla="*/ 33 h 118"/>
              <a:gd name="T82" fmla="*/ 1034 w 1458"/>
              <a:gd name="T83" fmla="*/ 0 h 118"/>
              <a:gd name="T84" fmla="*/ 1023 w 1458"/>
              <a:gd name="T85" fmla="*/ 91 h 118"/>
              <a:gd name="T86" fmla="*/ 1100 w 1458"/>
              <a:gd name="T87" fmla="*/ 25 h 118"/>
              <a:gd name="T88" fmla="*/ 1156 w 1458"/>
              <a:gd name="T89" fmla="*/ 92 h 118"/>
              <a:gd name="T90" fmla="*/ 1185 w 1458"/>
              <a:gd name="T91" fmla="*/ 61 h 118"/>
              <a:gd name="T92" fmla="*/ 1174 w 1458"/>
              <a:gd name="T93" fmla="*/ 52 h 118"/>
              <a:gd name="T94" fmla="*/ 1216 w 1458"/>
              <a:gd name="T95" fmla="*/ 25 h 118"/>
              <a:gd name="T96" fmla="*/ 1223 w 1458"/>
              <a:gd name="T97" fmla="*/ 37 h 118"/>
              <a:gd name="T98" fmla="*/ 1267 w 1458"/>
              <a:gd name="T99" fmla="*/ 80 h 118"/>
              <a:gd name="T100" fmla="*/ 1255 w 1458"/>
              <a:gd name="T101" fmla="*/ 51 h 118"/>
              <a:gd name="T102" fmla="*/ 1300 w 1458"/>
              <a:gd name="T103" fmla="*/ 32 h 118"/>
              <a:gd name="T104" fmla="*/ 1265 w 1458"/>
              <a:gd name="T105" fmla="*/ 45 h 118"/>
              <a:gd name="T106" fmla="*/ 1293 w 1458"/>
              <a:gd name="T107" fmla="*/ 90 h 118"/>
              <a:gd name="T108" fmla="*/ 1337 w 1458"/>
              <a:gd name="T109" fmla="*/ 13 h 118"/>
              <a:gd name="T110" fmla="*/ 1386 w 1458"/>
              <a:gd name="T111" fmla="*/ 81 h 118"/>
              <a:gd name="T112" fmla="*/ 1355 w 1458"/>
              <a:gd name="T113" fmla="*/ 34 h 118"/>
              <a:gd name="T114" fmla="*/ 1386 w 1458"/>
              <a:gd name="T115" fmla="*/ 34 h 118"/>
              <a:gd name="T116" fmla="*/ 1403 w 1458"/>
              <a:gd name="T117" fmla="*/ 116 h 118"/>
              <a:gd name="T118" fmla="*/ 1398 w 1458"/>
              <a:gd name="T119" fmla="*/ 25 h 118"/>
              <a:gd name="T120" fmla="*/ 1433 w 1458"/>
              <a:gd name="T121" fmla="*/ 92 h 118"/>
            </a:gdLst>
            <a:rect l="0" t="0" r="r" b="b"/>
            <a:pathLst>
              <a:path w="1458" h="118">
                <a:moveTo>
                  <a:pt x="0" y="91"/>
                </a:moveTo>
                <a:cubicBezTo>
                  <a:pt x="0" y="0"/>
                  <a:pt x="0" y="0"/>
                  <a:pt x="0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0"/>
                  <a:pt x="60" y="0"/>
                  <a:pt x="6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91"/>
                  <a:pt x="71" y="91"/>
                  <a:pt x="71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91"/>
                  <a:pt x="11" y="91"/>
                  <a:pt x="11" y="91"/>
                </a:cubicBezTo>
                <a:cubicBezTo>
                  <a:pt x="0" y="91"/>
                  <a:pt x="0" y="91"/>
                  <a:pt x="0" y="91"/>
                </a:cubicBezTo>
                <a:close/>
                <a:moveTo>
                  <a:pt x="93" y="58"/>
                </a:moveTo>
                <a:cubicBezTo>
                  <a:pt x="93" y="46"/>
                  <a:pt x="96" y="37"/>
                  <a:pt x="103" y="31"/>
                </a:cubicBezTo>
                <a:cubicBezTo>
                  <a:pt x="109" y="26"/>
                  <a:pt x="116" y="23"/>
                  <a:pt x="124" y="23"/>
                </a:cubicBezTo>
                <a:cubicBezTo>
                  <a:pt x="133" y="23"/>
                  <a:pt x="140" y="26"/>
                  <a:pt x="146" y="32"/>
                </a:cubicBezTo>
                <a:cubicBezTo>
                  <a:pt x="152" y="38"/>
                  <a:pt x="155" y="46"/>
                  <a:pt x="155" y="57"/>
                </a:cubicBezTo>
                <a:cubicBezTo>
                  <a:pt x="155" y="65"/>
                  <a:pt x="153" y="72"/>
                  <a:pt x="151" y="77"/>
                </a:cubicBezTo>
                <a:cubicBezTo>
                  <a:pt x="148" y="82"/>
                  <a:pt x="145" y="86"/>
                  <a:pt x="140" y="88"/>
                </a:cubicBezTo>
                <a:cubicBezTo>
                  <a:pt x="135" y="91"/>
                  <a:pt x="130" y="92"/>
                  <a:pt x="124" y="92"/>
                </a:cubicBezTo>
                <a:cubicBezTo>
                  <a:pt x="115" y="92"/>
                  <a:pt x="107" y="89"/>
                  <a:pt x="101" y="83"/>
                </a:cubicBezTo>
                <a:cubicBezTo>
                  <a:pt x="96" y="78"/>
                  <a:pt x="93" y="69"/>
                  <a:pt x="93" y="58"/>
                </a:cubicBezTo>
                <a:close/>
                <a:moveTo>
                  <a:pt x="104" y="58"/>
                </a:moveTo>
                <a:cubicBezTo>
                  <a:pt x="104" y="66"/>
                  <a:pt x="106" y="73"/>
                  <a:pt x="110" y="77"/>
                </a:cubicBezTo>
                <a:cubicBezTo>
                  <a:pt x="114" y="81"/>
                  <a:pt x="118" y="83"/>
                  <a:pt x="124" y="83"/>
                </a:cubicBezTo>
                <a:cubicBezTo>
                  <a:pt x="129" y="83"/>
                  <a:pt x="134" y="81"/>
                  <a:pt x="138" y="77"/>
                </a:cubicBezTo>
                <a:cubicBezTo>
                  <a:pt x="141" y="73"/>
                  <a:pt x="143" y="66"/>
                  <a:pt x="143" y="57"/>
                </a:cubicBezTo>
                <a:cubicBezTo>
                  <a:pt x="143" y="49"/>
                  <a:pt x="141" y="43"/>
                  <a:pt x="138" y="39"/>
                </a:cubicBezTo>
                <a:cubicBezTo>
                  <a:pt x="134" y="35"/>
                  <a:pt x="129" y="33"/>
                  <a:pt x="124" y="33"/>
                </a:cubicBezTo>
                <a:cubicBezTo>
                  <a:pt x="118" y="33"/>
                  <a:pt x="114" y="35"/>
                  <a:pt x="110" y="39"/>
                </a:cubicBezTo>
                <a:cubicBezTo>
                  <a:pt x="106" y="43"/>
                  <a:pt x="104" y="49"/>
                  <a:pt x="104" y="58"/>
                </a:cubicBezTo>
                <a:close/>
                <a:moveTo>
                  <a:pt x="175" y="91"/>
                </a:moveTo>
                <a:cubicBezTo>
                  <a:pt x="175" y="25"/>
                  <a:pt x="175" y="25"/>
                  <a:pt x="175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5" y="35"/>
                  <a:pt x="185" y="35"/>
                  <a:pt x="185" y="35"/>
                </a:cubicBezTo>
                <a:cubicBezTo>
                  <a:pt x="187" y="30"/>
                  <a:pt x="190" y="27"/>
                  <a:pt x="192" y="26"/>
                </a:cubicBezTo>
                <a:cubicBezTo>
                  <a:pt x="194" y="24"/>
                  <a:pt x="196" y="23"/>
                  <a:pt x="199" y="23"/>
                </a:cubicBezTo>
                <a:cubicBezTo>
                  <a:pt x="203" y="23"/>
                  <a:pt x="207" y="25"/>
                  <a:pt x="211" y="27"/>
                </a:cubicBezTo>
                <a:cubicBezTo>
                  <a:pt x="207" y="37"/>
                  <a:pt x="207" y="37"/>
                  <a:pt x="207" y="37"/>
                </a:cubicBezTo>
                <a:cubicBezTo>
                  <a:pt x="204" y="36"/>
                  <a:pt x="201" y="35"/>
                  <a:pt x="199" y="35"/>
                </a:cubicBezTo>
                <a:cubicBezTo>
                  <a:pt x="196" y="35"/>
                  <a:pt x="194" y="36"/>
                  <a:pt x="192" y="37"/>
                </a:cubicBezTo>
                <a:cubicBezTo>
                  <a:pt x="190" y="39"/>
                  <a:pt x="189" y="41"/>
                  <a:pt x="188" y="43"/>
                </a:cubicBezTo>
                <a:cubicBezTo>
                  <a:pt x="187" y="47"/>
                  <a:pt x="186" y="52"/>
                  <a:pt x="186" y="56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5" y="91"/>
                  <a:pt x="175" y="91"/>
                  <a:pt x="175" y="91"/>
                </a:cubicBezTo>
                <a:close/>
                <a:moveTo>
                  <a:pt x="249" y="81"/>
                </a:moveTo>
                <a:cubicBezTo>
                  <a:pt x="250" y="91"/>
                  <a:pt x="250" y="91"/>
                  <a:pt x="250" y="91"/>
                </a:cubicBezTo>
                <a:cubicBezTo>
                  <a:pt x="247" y="91"/>
                  <a:pt x="244" y="92"/>
                  <a:pt x="242" y="92"/>
                </a:cubicBezTo>
                <a:cubicBezTo>
                  <a:pt x="238" y="92"/>
                  <a:pt x="235" y="91"/>
                  <a:pt x="232" y="90"/>
                </a:cubicBezTo>
                <a:cubicBezTo>
                  <a:pt x="230" y="88"/>
                  <a:pt x="229" y="87"/>
                  <a:pt x="228" y="85"/>
                </a:cubicBezTo>
                <a:cubicBezTo>
                  <a:pt x="227" y="83"/>
                  <a:pt x="226" y="78"/>
                  <a:pt x="226" y="72"/>
                </a:cubicBezTo>
                <a:cubicBezTo>
                  <a:pt x="226" y="34"/>
                  <a:pt x="226" y="34"/>
                  <a:pt x="226" y="34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218" y="25"/>
                  <a:pt x="218" y="25"/>
                  <a:pt x="218" y="25"/>
                </a:cubicBezTo>
                <a:cubicBezTo>
                  <a:pt x="226" y="25"/>
                  <a:pt x="226" y="25"/>
                  <a:pt x="226" y="25"/>
                </a:cubicBezTo>
                <a:cubicBezTo>
                  <a:pt x="226" y="9"/>
                  <a:pt x="226" y="9"/>
                  <a:pt x="226" y="9"/>
                </a:cubicBezTo>
                <a:cubicBezTo>
                  <a:pt x="237" y="2"/>
                  <a:pt x="237" y="2"/>
                  <a:pt x="237" y="2"/>
                </a:cubicBezTo>
                <a:cubicBezTo>
                  <a:pt x="237" y="25"/>
                  <a:pt x="237" y="25"/>
                  <a:pt x="237" y="25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34"/>
                  <a:pt x="249" y="34"/>
                  <a:pt x="249" y="34"/>
                </a:cubicBezTo>
                <a:cubicBezTo>
                  <a:pt x="237" y="34"/>
                  <a:pt x="237" y="34"/>
                  <a:pt x="237" y="3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8" y="77"/>
                  <a:pt x="238" y="78"/>
                </a:cubicBezTo>
                <a:cubicBezTo>
                  <a:pt x="238" y="79"/>
                  <a:pt x="239" y="80"/>
                  <a:pt x="240" y="80"/>
                </a:cubicBezTo>
                <a:cubicBezTo>
                  <a:pt x="241" y="81"/>
                  <a:pt x="242" y="81"/>
                  <a:pt x="244" y="81"/>
                </a:cubicBezTo>
                <a:cubicBezTo>
                  <a:pt x="245" y="81"/>
                  <a:pt x="247" y="81"/>
                  <a:pt x="249" y="81"/>
                </a:cubicBezTo>
                <a:close/>
                <a:moveTo>
                  <a:pt x="267" y="91"/>
                </a:moveTo>
                <a:cubicBezTo>
                  <a:pt x="267" y="0"/>
                  <a:pt x="267" y="0"/>
                  <a:pt x="267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78" y="32"/>
                  <a:pt x="278" y="32"/>
                  <a:pt x="278" y="32"/>
                </a:cubicBezTo>
                <a:cubicBezTo>
                  <a:pt x="283" y="26"/>
                  <a:pt x="290" y="23"/>
                  <a:pt x="298" y="23"/>
                </a:cubicBezTo>
                <a:cubicBezTo>
                  <a:pt x="302" y="23"/>
                  <a:pt x="307" y="24"/>
                  <a:pt x="310" y="26"/>
                </a:cubicBezTo>
                <a:cubicBezTo>
                  <a:pt x="314" y="28"/>
                  <a:pt x="316" y="31"/>
                  <a:pt x="318" y="34"/>
                </a:cubicBezTo>
                <a:cubicBezTo>
                  <a:pt x="320" y="38"/>
                  <a:pt x="320" y="43"/>
                  <a:pt x="320" y="49"/>
                </a:cubicBezTo>
                <a:cubicBezTo>
                  <a:pt x="320" y="91"/>
                  <a:pt x="320" y="91"/>
                  <a:pt x="320" y="91"/>
                </a:cubicBezTo>
                <a:cubicBezTo>
                  <a:pt x="309" y="91"/>
                  <a:pt x="309" y="91"/>
                  <a:pt x="309" y="91"/>
                </a:cubicBezTo>
                <a:cubicBezTo>
                  <a:pt x="309" y="49"/>
                  <a:pt x="309" y="49"/>
                  <a:pt x="309" y="49"/>
                </a:cubicBezTo>
                <a:cubicBezTo>
                  <a:pt x="309" y="43"/>
                  <a:pt x="308" y="39"/>
                  <a:pt x="306" y="37"/>
                </a:cubicBezTo>
                <a:cubicBezTo>
                  <a:pt x="303" y="34"/>
                  <a:pt x="300" y="33"/>
                  <a:pt x="295" y="33"/>
                </a:cubicBezTo>
                <a:cubicBezTo>
                  <a:pt x="292" y="33"/>
                  <a:pt x="289" y="34"/>
                  <a:pt x="286" y="36"/>
                </a:cubicBezTo>
                <a:cubicBezTo>
                  <a:pt x="283" y="37"/>
                  <a:pt x="281" y="40"/>
                  <a:pt x="280" y="43"/>
                </a:cubicBezTo>
                <a:cubicBezTo>
                  <a:pt x="278" y="46"/>
                  <a:pt x="278" y="50"/>
                  <a:pt x="278" y="55"/>
                </a:cubicBezTo>
                <a:cubicBezTo>
                  <a:pt x="278" y="91"/>
                  <a:pt x="278" y="91"/>
                  <a:pt x="278" y="91"/>
                </a:cubicBezTo>
                <a:cubicBezTo>
                  <a:pt x="267" y="91"/>
                  <a:pt x="267" y="91"/>
                  <a:pt x="267" y="91"/>
                </a:cubicBezTo>
                <a:close/>
                <a:moveTo>
                  <a:pt x="389" y="70"/>
                </a:moveTo>
                <a:cubicBezTo>
                  <a:pt x="401" y="71"/>
                  <a:pt x="401" y="71"/>
                  <a:pt x="401" y="71"/>
                </a:cubicBezTo>
                <a:cubicBezTo>
                  <a:pt x="399" y="78"/>
                  <a:pt x="396" y="83"/>
                  <a:pt x="391" y="87"/>
                </a:cubicBezTo>
                <a:cubicBezTo>
                  <a:pt x="386" y="90"/>
                  <a:pt x="380" y="92"/>
                  <a:pt x="372" y="92"/>
                </a:cubicBezTo>
                <a:cubicBezTo>
                  <a:pt x="362" y="92"/>
                  <a:pt x="355" y="89"/>
                  <a:pt x="349" y="83"/>
                </a:cubicBezTo>
                <a:cubicBezTo>
                  <a:pt x="343" y="77"/>
                  <a:pt x="341" y="69"/>
                  <a:pt x="341" y="58"/>
                </a:cubicBezTo>
                <a:cubicBezTo>
                  <a:pt x="341" y="47"/>
                  <a:pt x="344" y="39"/>
                  <a:pt x="349" y="33"/>
                </a:cubicBezTo>
                <a:cubicBezTo>
                  <a:pt x="355" y="26"/>
                  <a:pt x="362" y="23"/>
                  <a:pt x="371" y="23"/>
                </a:cubicBezTo>
                <a:cubicBezTo>
                  <a:pt x="380" y="23"/>
                  <a:pt x="387" y="26"/>
                  <a:pt x="393" y="32"/>
                </a:cubicBezTo>
                <a:cubicBezTo>
                  <a:pt x="399" y="38"/>
                  <a:pt x="401" y="47"/>
                  <a:pt x="401" y="58"/>
                </a:cubicBezTo>
                <a:cubicBezTo>
                  <a:pt x="401" y="58"/>
                  <a:pt x="401" y="59"/>
                  <a:pt x="401" y="61"/>
                </a:cubicBezTo>
                <a:cubicBezTo>
                  <a:pt x="352" y="61"/>
                  <a:pt x="352" y="61"/>
                  <a:pt x="352" y="61"/>
                </a:cubicBezTo>
                <a:cubicBezTo>
                  <a:pt x="353" y="68"/>
                  <a:pt x="355" y="74"/>
                  <a:pt x="358" y="77"/>
                </a:cubicBezTo>
                <a:cubicBezTo>
                  <a:pt x="362" y="81"/>
                  <a:pt x="367" y="83"/>
                  <a:pt x="372" y="83"/>
                </a:cubicBezTo>
                <a:cubicBezTo>
                  <a:pt x="376" y="83"/>
                  <a:pt x="380" y="82"/>
                  <a:pt x="383" y="80"/>
                </a:cubicBezTo>
                <a:cubicBezTo>
                  <a:pt x="385" y="78"/>
                  <a:pt x="388" y="74"/>
                  <a:pt x="389" y="70"/>
                </a:cubicBezTo>
                <a:close/>
                <a:moveTo>
                  <a:pt x="353" y="52"/>
                </a:moveTo>
                <a:cubicBezTo>
                  <a:pt x="390" y="52"/>
                  <a:pt x="390" y="52"/>
                  <a:pt x="390" y="52"/>
                </a:cubicBezTo>
                <a:cubicBezTo>
                  <a:pt x="389" y="46"/>
                  <a:pt x="388" y="42"/>
                  <a:pt x="385" y="39"/>
                </a:cubicBezTo>
                <a:cubicBezTo>
                  <a:pt x="382" y="35"/>
                  <a:pt x="377" y="33"/>
                  <a:pt x="372" y="33"/>
                </a:cubicBezTo>
                <a:cubicBezTo>
                  <a:pt x="366" y="33"/>
                  <a:pt x="362" y="34"/>
                  <a:pt x="359" y="38"/>
                </a:cubicBezTo>
                <a:cubicBezTo>
                  <a:pt x="355" y="41"/>
                  <a:pt x="353" y="46"/>
                  <a:pt x="353" y="52"/>
                </a:cubicBezTo>
                <a:close/>
                <a:moveTo>
                  <a:pt x="465" y="83"/>
                </a:moveTo>
                <a:cubicBezTo>
                  <a:pt x="461" y="86"/>
                  <a:pt x="457" y="89"/>
                  <a:pt x="453" y="90"/>
                </a:cubicBezTo>
                <a:cubicBezTo>
                  <a:pt x="449" y="92"/>
                  <a:pt x="445" y="92"/>
                  <a:pt x="441" y="92"/>
                </a:cubicBezTo>
                <a:cubicBezTo>
                  <a:pt x="434" y="92"/>
                  <a:pt x="428" y="91"/>
                  <a:pt x="424" y="87"/>
                </a:cubicBezTo>
                <a:cubicBezTo>
                  <a:pt x="420" y="83"/>
                  <a:pt x="418" y="79"/>
                  <a:pt x="418" y="73"/>
                </a:cubicBezTo>
                <a:cubicBezTo>
                  <a:pt x="418" y="70"/>
                  <a:pt x="419" y="67"/>
                  <a:pt x="421" y="65"/>
                </a:cubicBezTo>
                <a:cubicBezTo>
                  <a:pt x="422" y="62"/>
                  <a:pt x="424" y="60"/>
                  <a:pt x="426" y="58"/>
                </a:cubicBezTo>
                <a:cubicBezTo>
                  <a:pt x="429" y="57"/>
                  <a:pt x="431" y="55"/>
                  <a:pt x="434" y="55"/>
                </a:cubicBezTo>
                <a:cubicBezTo>
                  <a:pt x="437" y="54"/>
                  <a:pt x="440" y="53"/>
                  <a:pt x="444" y="53"/>
                </a:cubicBezTo>
                <a:cubicBezTo>
                  <a:pt x="453" y="52"/>
                  <a:pt x="460" y="50"/>
                  <a:pt x="464" y="49"/>
                </a:cubicBezTo>
                <a:cubicBezTo>
                  <a:pt x="464" y="47"/>
                  <a:pt x="464" y="46"/>
                  <a:pt x="464" y="46"/>
                </a:cubicBezTo>
                <a:cubicBezTo>
                  <a:pt x="464" y="42"/>
                  <a:pt x="463" y="38"/>
                  <a:pt x="461" y="36"/>
                </a:cubicBezTo>
                <a:cubicBezTo>
                  <a:pt x="458" y="34"/>
                  <a:pt x="454" y="33"/>
                  <a:pt x="448" y="33"/>
                </a:cubicBezTo>
                <a:cubicBezTo>
                  <a:pt x="443" y="33"/>
                  <a:pt x="439" y="34"/>
                  <a:pt x="437" y="35"/>
                </a:cubicBezTo>
                <a:cubicBezTo>
                  <a:pt x="434" y="37"/>
                  <a:pt x="432" y="41"/>
                  <a:pt x="431" y="45"/>
                </a:cubicBezTo>
                <a:cubicBezTo>
                  <a:pt x="420" y="44"/>
                  <a:pt x="420" y="44"/>
                  <a:pt x="420" y="44"/>
                </a:cubicBezTo>
                <a:cubicBezTo>
                  <a:pt x="421" y="39"/>
                  <a:pt x="423" y="35"/>
                  <a:pt x="425" y="32"/>
                </a:cubicBezTo>
                <a:cubicBezTo>
                  <a:pt x="427" y="30"/>
                  <a:pt x="431" y="27"/>
                  <a:pt x="435" y="26"/>
                </a:cubicBezTo>
                <a:cubicBezTo>
                  <a:pt x="439" y="24"/>
                  <a:pt x="444" y="23"/>
                  <a:pt x="450" y="23"/>
                </a:cubicBezTo>
                <a:cubicBezTo>
                  <a:pt x="456" y="23"/>
                  <a:pt x="460" y="24"/>
                  <a:pt x="464" y="25"/>
                </a:cubicBezTo>
                <a:cubicBezTo>
                  <a:pt x="467" y="27"/>
                  <a:pt x="470" y="28"/>
                  <a:pt x="471" y="30"/>
                </a:cubicBezTo>
                <a:cubicBezTo>
                  <a:pt x="473" y="32"/>
                  <a:pt x="474" y="35"/>
                  <a:pt x="475" y="38"/>
                </a:cubicBezTo>
                <a:cubicBezTo>
                  <a:pt x="475" y="40"/>
                  <a:pt x="475" y="43"/>
                  <a:pt x="475" y="48"/>
                </a:cubicBezTo>
                <a:cubicBezTo>
                  <a:pt x="475" y="63"/>
                  <a:pt x="475" y="63"/>
                  <a:pt x="475" y="63"/>
                </a:cubicBezTo>
                <a:cubicBezTo>
                  <a:pt x="475" y="74"/>
                  <a:pt x="476" y="80"/>
                  <a:pt x="476" y="83"/>
                </a:cubicBezTo>
                <a:cubicBezTo>
                  <a:pt x="477" y="86"/>
                  <a:pt x="478" y="88"/>
                  <a:pt x="479" y="91"/>
                </a:cubicBezTo>
                <a:cubicBezTo>
                  <a:pt x="467" y="91"/>
                  <a:pt x="467" y="91"/>
                  <a:pt x="467" y="91"/>
                </a:cubicBezTo>
                <a:cubicBezTo>
                  <a:pt x="466" y="89"/>
                  <a:pt x="465" y="86"/>
                  <a:pt x="465" y="83"/>
                </a:cubicBezTo>
                <a:close/>
                <a:moveTo>
                  <a:pt x="464" y="58"/>
                </a:moveTo>
                <a:cubicBezTo>
                  <a:pt x="460" y="59"/>
                  <a:pt x="454" y="61"/>
                  <a:pt x="446" y="62"/>
                </a:cubicBezTo>
                <a:cubicBezTo>
                  <a:pt x="441" y="63"/>
                  <a:pt x="438" y="63"/>
                  <a:pt x="436" y="64"/>
                </a:cubicBezTo>
                <a:cubicBezTo>
                  <a:pt x="434" y="65"/>
                  <a:pt x="433" y="66"/>
                  <a:pt x="432" y="68"/>
                </a:cubicBezTo>
                <a:cubicBezTo>
                  <a:pt x="431" y="69"/>
                  <a:pt x="430" y="71"/>
                  <a:pt x="430" y="73"/>
                </a:cubicBezTo>
                <a:cubicBezTo>
                  <a:pt x="430" y="76"/>
                  <a:pt x="431" y="79"/>
                  <a:pt x="434" y="81"/>
                </a:cubicBezTo>
                <a:cubicBezTo>
                  <a:pt x="436" y="83"/>
                  <a:pt x="439" y="84"/>
                  <a:pt x="444" y="84"/>
                </a:cubicBezTo>
                <a:cubicBezTo>
                  <a:pt x="448" y="84"/>
                  <a:pt x="452" y="83"/>
                  <a:pt x="455" y="81"/>
                </a:cubicBezTo>
                <a:cubicBezTo>
                  <a:pt x="458" y="79"/>
                  <a:pt x="461" y="76"/>
                  <a:pt x="462" y="73"/>
                </a:cubicBezTo>
                <a:cubicBezTo>
                  <a:pt x="464" y="70"/>
                  <a:pt x="464" y="67"/>
                  <a:pt x="464" y="62"/>
                </a:cubicBezTo>
                <a:cubicBezTo>
                  <a:pt x="464" y="58"/>
                  <a:pt x="464" y="58"/>
                  <a:pt x="464" y="58"/>
                </a:cubicBezTo>
                <a:close/>
                <a:moveTo>
                  <a:pt x="495" y="71"/>
                </a:moveTo>
                <a:cubicBezTo>
                  <a:pt x="506" y="69"/>
                  <a:pt x="506" y="69"/>
                  <a:pt x="506" y="69"/>
                </a:cubicBezTo>
                <a:cubicBezTo>
                  <a:pt x="507" y="74"/>
                  <a:pt x="509" y="77"/>
                  <a:pt x="512" y="80"/>
                </a:cubicBezTo>
                <a:cubicBezTo>
                  <a:pt x="514" y="82"/>
                  <a:pt x="518" y="83"/>
                  <a:pt x="524" y="83"/>
                </a:cubicBezTo>
                <a:cubicBezTo>
                  <a:pt x="529" y="83"/>
                  <a:pt x="532" y="82"/>
                  <a:pt x="535" y="80"/>
                </a:cubicBezTo>
                <a:cubicBezTo>
                  <a:pt x="537" y="78"/>
                  <a:pt x="539" y="75"/>
                  <a:pt x="539" y="73"/>
                </a:cubicBezTo>
                <a:cubicBezTo>
                  <a:pt x="539" y="70"/>
                  <a:pt x="538" y="68"/>
                  <a:pt x="535" y="67"/>
                </a:cubicBezTo>
                <a:cubicBezTo>
                  <a:pt x="534" y="66"/>
                  <a:pt x="530" y="64"/>
                  <a:pt x="524" y="63"/>
                </a:cubicBezTo>
                <a:cubicBezTo>
                  <a:pt x="516" y="61"/>
                  <a:pt x="510" y="59"/>
                  <a:pt x="507" y="58"/>
                </a:cubicBezTo>
                <a:cubicBezTo>
                  <a:pt x="504" y="56"/>
                  <a:pt x="501" y="54"/>
                  <a:pt x="500" y="51"/>
                </a:cubicBezTo>
                <a:cubicBezTo>
                  <a:pt x="498" y="49"/>
                  <a:pt x="497" y="46"/>
                  <a:pt x="497" y="42"/>
                </a:cubicBezTo>
                <a:cubicBezTo>
                  <a:pt x="497" y="39"/>
                  <a:pt x="498" y="37"/>
                  <a:pt x="499" y="34"/>
                </a:cubicBezTo>
                <a:cubicBezTo>
                  <a:pt x="501" y="32"/>
                  <a:pt x="502" y="30"/>
                  <a:pt x="505" y="28"/>
                </a:cubicBezTo>
                <a:cubicBezTo>
                  <a:pt x="507" y="27"/>
                  <a:pt x="509" y="26"/>
                  <a:pt x="512" y="25"/>
                </a:cubicBezTo>
                <a:cubicBezTo>
                  <a:pt x="515" y="24"/>
                  <a:pt x="518" y="23"/>
                  <a:pt x="522" y="23"/>
                </a:cubicBezTo>
                <a:cubicBezTo>
                  <a:pt x="527" y="23"/>
                  <a:pt x="531" y="24"/>
                  <a:pt x="535" y="26"/>
                </a:cubicBezTo>
                <a:cubicBezTo>
                  <a:pt x="539" y="27"/>
                  <a:pt x="542" y="29"/>
                  <a:pt x="544" y="32"/>
                </a:cubicBezTo>
                <a:cubicBezTo>
                  <a:pt x="546" y="34"/>
                  <a:pt x="547" y="38"/>
                  <a:pt x="548" y="42"/>
                </a:cubicBezTo>
                <a:cubicBezTo>
                  <a:pt x="537" y="43"/>
                  <a:pt x="537" y="43"/>
                  <a:pt x="537" y="43"/>
                </a:cubicBezTo>
                <a:cubicBezTo>
                  <a:pt x="536" y="40"/>
                  <a:pt x="535" y="37"/>
                  <a:pt x="532" y="35"/>
                </a:cubicBezTo>
                <a:cubicBezTo>
                  <a:pt x="530" y="34"/>
                  <a:pt x="527" y="33"/>
                  <a:pt x="522" y="33"/>
                </a:cubicBezTo>
                <a:cubicBezTo>
                  <a:pt x="517" y="33"/>
                  <a:pt x="514" y="33"/>
                  <a:pt x="511" y="35"/>
                </a:cubicBezTo>
                <a:cubicBezTo>
                  <a:pt x="509" y="37"/>
                  <a:pt x="508" y="39"/>
                  <a:pt x="508" y="41"/>
                </a:cubicBezTo>
                <a:cubicBezTo>
                  <a:pt x="508" y="43"/>
                  <a:pt x="509" y="44"/>
                  <a:pt x="509" y="45"/>
                </a:cubicBezTo>
                <a:cubicBezTo>
                  <a:pt x="510" y="46"/>
                  <a:pt x="512" y="47"/>
                  <a:pt x="514" y="48"/>
                </a:cubicBezTo>
                <a:cubicBezTo>
                  <a:pt x="515" y="48"/>
                  <a:pt x="518" y="49"/>
                  <a:pt x="524" y="51"/>
                </a:cubicBezTo>
                <a:cubicBezTo>
                  <a:pt x="531" y="53"/>
                  <a:pt x="537" y="55"/>
                  <a:pt x="540" y="56"/>
                </a:cubicBezTo>
                <a:cubicBezTo>
                  <a:pt x="543" y="57"/>
                  <a:pt x="546" y="59"/>
                  <a:pt x="547" y="62"/>
                </a:cubicBezTo>
                <a:cubicBezTo>
                  <a:pt x="549" y="64"/>
                  <a:pt x="550" y="68"/>
                  <a:pt x="550" y="71"/>
                </a:cubicBezTo>
                <a:cubicBezTo>
                  <a:pt x="550" y="75"/>
                  <a:pt x="549" y="79"/>
                  <a:pt x="547" y="82"/>
                </a:cubicBezTo>
                <a:cubicBezTo>
                  <a:pt x="545" y="85"/>
                  <a:pt x="542" y="88"/>
                  <a:pt x="537" y="90"/>
                </a:cubicBezTo>
                <a:cubicBezTo>
                  <a:pt x="533" y="91"/>
                  <a:pt x="529" y="92"/>
                  <a:pt x="524" y="92"/>
                </a:cubicBezTo>
                <a:cubicBezTo>
                  <a:pt x="515" y="92"/>
                  <a:pt x="508" y="91"/>
                  <a:pt x="504" y="87"/>
                </a:cubicBezTo>
                <a:cubicBezTo>
                  <a:pt x="499" y="83"/>
                  <a:pt x="497" y="78"/>
                  <a:pt x="495" y="71"/>
                </a:cubicBezTo>
                <a:close/>
                <a:moveTo>
                  <a:pt x="595" y="81"/>
                </a:moveTo>
                <a:cubicBezTo>
                  <a:pt x="596" y="91"/>
                  <a:pt x="596" y="91"/>
                  <a:pt x="596" y="91"/>
                </a:cubicBezTo>
                <a:cubicBezTo>
                  <a:pt x="593" y="91"/>
                  <a:pt x="591" y="92"/>
                  <a:pt x="588" y="92"/>
                </a:cubicBezTo>
                <a:cubicBezTo>
                  <a:pt x="584" y="92"/>
                  <a:pt x="581" y="91"/>
                  <a:pt x="579" y="90"/>
                </a:cubicBezTo>
                <a:cubicBezTo>
                  <a:pt x="576" y="88"/>
                  <a:pt x="575" y="87"/>
                  <a:pt x="574" y="85"/>
                </a:cubicBezTo>
                <a:cubicBezTo>
                  <a:pt x="573" y="83"/>
                  <a:pt x="573" y="78"/>
                  <a:pt x="573" y="72"/>
                </a:cubicBezTo>
                <a:cubicBezTo>
                  <a:pt x="573" y="34"/>
                  <a:pt x="573" y="34"/>
                  <a:pt x="573" y="34"/>
                </a:cubicBezTo>
                <a:cubicBezTo>
                  <a:pt x="564" y="34"/>
                  <a:pt x="564" y="34"/>
                  <a:pt x="564" y="34"/>
                </a:cubicBezTo>
                <a:cubicBezTo>
                  <a:pt x="564" y="25"/>
                  <a:pt x="564" y="25"/>
                  <a:pt x="564" y="25"/>
                </a:cubicBezTo>
                <a:cubicBezTo>
                  <a:pt x="573" y="25"/>
                  <a:pt x="573" y="25"/>
                  <a:pt x="573" y="25"/>
                </a:cubicBezTo>
                <a:cubicBezTo>
                  <a:pt x="573" y="9"/>
                  <a:pt x="573" y="9"/>
                  <a:pt x="573" y="9"/>
                </a:cubicBezTo>
                <a:cubicBezTo>
                  <a:pt x="584" y="2"/>
                  <a:pt x="584" y="2"/>
                  <a:pt x="584" y="2"/>
                </a:cubicBezTo>
                <a:cubicBezTo>
                  <a:pt x="584" y="25"/>
                  <a:pt x="584" y="25"/>
                  <a:pt x="584" y="25"/>
                </a:cubicBezTo>
                <a:cubicBezTo>
                  <a:pt x="595" y="25"/>
                  <a:pt x="595" y="25"/>
                  <a:pt x="595" y="25"/>
                </a:cubicBezTo>
                <a:cubicBezTo>
                  <a:pt x="595" y="34"/>
                  <a:pt x="595" y="34"/>
                  <a:pt x="595" y="34"/>
                </a:cubicBezTo>
                <a:cubicBezTo>
                  <a:pt x="584" y="34"/>
                  <a:pt x="584" y="34"/>
                  <a:pt x="584" y="34"/>
                </a:cubicBezTo>
                <a:cubicBezTo>
                  <a:pt x="584" y="72"/>
                  <a:pt x="584" y="72"/>
                  <a:pt x="584" y="72"/>
                </a:cubicBezTo>
                <a:cubicBezTo>
                  <a:pt x="584" y="75"/>
                  <a:pt x="584" y="77"/>
                  <a:pt x="584" y="78"/>
                </a:cubicBezTo>
                <a:cubicBezTo>
                  <a:pt x="585" y="79"/>
                  <a:pt x="585" y="80"/>
                  <a:pt x="586" y="80"/>
                </a:cubicBezTo>
                <a:cubicBezTo>
                  <a:pt x="587" y="81"/>
                  <a:pt x="588" y="81"/>
                  <a:pt x="590" y="81"/>
                </a:cubicBezTo>
                <a:cubicBezTo>
                  <a:pt x="591" y="81"/>
                  <a:pt x="593" y="81"/>
                  <a:pt x="595" y="81"/>
                </a:cubicBezTo>
                <a:close/>
                <a:moveTo>
                  <a:pt x="658" y="70"/>
                </a:moveTo>
                <a:cubicBezTo>
                  <a:pt x="669" y="71"/>
                  <a:pt x="669" y="71"/>
                  <a:pt x="669" y="71"/>
                </a:cubicBezTo>
                <a:cubicBezTo>
                  <a:pt x="668" y="78"/>
                  <a:pt x="664" y="83"/>
                  <a:pt x="659" y="87"/>
                </a:cubicBezTo>
                <a:cubicBezTo>
                  <a:pt x="654" y="90"/>
                  <a:pt x="648" y="92"/>
                  <a:pt x="641" y="92"/>
                </a:cubicBezTo>
                <a:cubicBezTo>
                  <a:pt x="631" y="92"/>
                  <a:pt x="623" y="89"/>
                  <a:pt x="618" y="83"/>
                </a:cubicBezTo>
                <a:cubicBezTo>
                  <a:pt x="612" y="77"/>
                  <a:pt x="609" y="69"/>
                  <a:pt x="609" y="58"/>
                </a:cubicBezTo>
                <a:cubicBezTo>
                  <a:pt x="609" y="47"/>
                  <a:pt x="612" y="39"/>
                  <a:pt x="618" y="33"/>
                </a:cubicBezTo>
                <a:cubicBezTo>
                  <a:pt x="623" y="26"/>
                  <a:pt x="631" y="23"/>
                  <a:pt x="640" y="23"/>
                </a:cubicBezTo>
                <a:cubicBezTo>
                  <a:pt x="649" y="23"/>
                  <a:pt x="656" y="26"/>
                  <a:pt x="661" y="32"/>
                </a:cubicBezTo>
                <a:cubicBezTo>
                  <a:pt x="667" y="38"/>
                  <a:pt x="670" y="47"/>
                  <a:pt x="670" y="58"/>
                </a:cubicBezTo>
                <a:cubicBezTo>
                  <a:pt x="670" y="58"/>
                  <a:pt x="670" y="59"/>
                  <a:pt x="670" y="61"/>
                </a:cubicBezTo>
                <a:cubicBezTo>
                  <a:pt x="621" y="61"/>
                  <a:pt x="621" y="61"/>
                  <a:pt x="621" y="61"/>
                </a:cubicBezTo>
                <a:cubicBezTo>
                  <a:pt x="621" y="68"/>
                  <a:pt x="623" y="74"/>
                  <a:pt x="627" y="77"/>
                </a:cubicBezTo>
                <a:cubicBezTo>
                  <a:pt x="630" y="81"/>
                  <a:pt x="635" y="83"/>
                  <a:pt x="641" y="83"/>
                </a:cubicBezTo>
                <a:cubicBezTo>
                  <a:pt x="645" y="83"/>
                  <a:pt x="648" y="82"/>
                  <a:pt x="651" y="80"/>
                </a:cubicBezTo>
                <a:cubicBezTo>
                  <a:pt x="654" y="78"/>
                  <a:pt x="656" y="74"/>
                  <a:pt x="658" y="70"/>
                </a:cubicBezTo>
                <a:close/>
                <a:moveTo>
                  <a:pt x="621" y="52"/>
                </a:moveTo>
                <a:cubicBezTo>
                  <a:pt x="658" y="52"/>
                  <a:pt x="658" y="52"/>
                  <a:pt x="658" y="52"/>
                </a:cubicBezTo>
                <a:cubicBezTo>
                  <a:pt x="658" y="46"/>
                  <a:pt x="656" y="42"/>
                  <a:pt x="654" y="39"/>
                </a:cubicBezTo>
                <a:cubicBezTo>
                  <a:pt x="650" y="35"/>
                  <a:pt x="646" y="33"/>
                  <a:pt x="640" y="33"/>
                </a:cubicBezTo>
                <a:cubicBezTo>
                  <a:pt x="635" y="33"/>
                  <a:pt x="631" y="34"/>
                  <a:pt x="627" y="38"/>
                </a:cubicBezTo>
                <a:cubicBezTo>
                  <a:pt x="624" y="41"/>
                  <a:pt x="622" y="46"/>
                  <a:pt x="621" y="52"/>
                </a:cubicBezTo>
                <a:close/>
                <a:moveTo>
                  <a:pt x="690" y="91"/>
                </a:moveTo>
                <a:cubicBezTo>
                  <a:pt x="690" y="25"/>
                  <a:pt x="690" y="25"/>
                  <a:pt x="690" y="25"/>
                </a:cubicBezTo>
                <a:cubicBezTo>
                  <a:pt x="701" y="25"/>
                  <a:pt x="701" y="25"/>
                  <a:pt x="701" y="25"/>
                </a:cubicBezTo>
                <a:cubicBezTo>
                  <a:pt x="701" y="35"/>
                  <a:pt x="701" y="35"/>
                  <a:pt x="701" y="35"/>
                </a:cubicBezTo>
                <a:cubicBezTo>
                  <a:pt x="703" y="30"/>
                  <a:pt x="705" y="27"/>
                  <a:pt x="708" y="26"/>
                </a:cubicBezTo>
                <a:cubicBezTo>
                  <a:pt x="710" y="24"/>
                  <a:pt x="712" y="23"/>
                  <a:pt x="715" y="23"/>
                </a:cubicBezTo>
                <a:cubicBezTo>
                  <a:pt x="719" y="23"/>
                  <a:pt x="722" y="25"/>
                  <a:pt x="726" y="27"/>
                </a:cubicBezTo>
                <a:cubicBezTo>
                  <a:pt x="722" y="37"/>
                  <a:pt x="722" y="37"/>
                  <a:pt x="722" y="37"/>
                </a:cubicBezTo>
                <a:cubicBezTo>
                  <a:pt x="720" y="36"/>
                  <a:pt x="717" y="35"/>
                  <a:pt x="714" y="35"/>
                </a:cubicBezTo>
                <a:cubicBezTo>
                  <a:pt x="712" y="35"/>
                  <a:pt x="710" y="36"/>
                  <a:pt x="708" y="37"/>
                </a:cubicBezTo>
                <a:cubicBezTo>
                  <a:pt x="706" y="39"/>
                  <a:pt x="704" y="41"/>
                  <a:pt x="704" y="43"/>
                </a:cubicBezTo>
                <a:cubicBezTo>
                  <a:pt x="702" y="47"/>
                  <a:pt x="702" y="52"/>
                  <a:pt x="702" y="56"/>
                </a:cubicBezTo>
                <a:cubicBezTo>
                  <a:pt x="702" y="91"/>
                  <a:pt x="702" y="91"/>
                  <a:pt x="702" y="91"/>
                </a:cubicBezTo>
                <a:cubicBezTo>
                  <a:pt x="690" y="91"/>
                  <a:pt x="690" y="91"/>
                  <a:pt x="690" y="91"/>
                </a:cubicBezTo>
                <a:close/>
                <a:moveTo>
                  <a:pt x="740" y="91"/>
                </a:moveTo>
                <a:cubicBezTo>
                  <a:pt x="740" y="25"/>
                  <a:pt x="740" y="25"/>
                  <a:pt x="740" y="25"/>
                </a:cubicBezTo>
                <a:cubicBezTo>
                  <a:pt x="750" y="25"/>
                  <a:pt x="750" y="25"/>
                  <a:pt x="750" y="25"/>
                </a:cubicBezTo>
                <a:cubicBezTo>
                  <a:pt x="750" y="34"/>
                  <a:pt x="750" y="34"/>
                  <a:pt x="750" y="34"/>
                </a:cubicBezTo>
                <a:cubicBezTo>
                  <a:pt x="755" y="27"/>
                  <a:pt x="762" y="23"/>
                  <a:pt x="771" y="23"/>
                </a:cubicBezTo>
                <a:cubicBezTo>
                  <a:pt x="775" y="23"/>
                  <a:pt x="779" y="24"/>
                  <a:pt x="782" y="26"/>
                </a:cubicBezTo>
                <a:cubicBezTo>
                  <a:pt x="785" y="27"/>
                  <a:pt x="788" y="29"/>
                  <a:pt x="789" y="31"/>
                </a:cubicBezTo>
                <a:cubicBezTo>
                  <a:pt x="791" y="33"/>
                  <a:pt x="792" y="36"/>
                  <a:pt x="793" y="39"/>
                </a:cubicBezTo>
                <a:cubicBezTo>
                  <a:pt x="793" y="42"/>
                  <a:pt x="794" y="45"/>
                  <a:pt x="794" y="50"/>
                </a:cubicBezTo>
                <a:cubicBezTo>
                  <a:pt x="794" y="91"/>
                  <a:pt x="794" y="91"/>
                  <a:pt x="794" y="91"/>
                </a:cubicBezTo>
                <a:cubicBezTo>
                  <a:pt x="782" y="91"/>
                  <a:pt x="782" y="91"/>
                  <a:pt x="782" y="91"/>
                </a:cubicBezTo>
                <a:cubicBezTo>
                  <a:pt x="782" y="51"/>
                  <a:pt x="782" y="51"/>
                  <a:pt x="782" y="51"/>
                </a:cubicBezTo>
                <a:cubicBezTo>
                  <a:pt x="782" y="46"/>
                  <a:pt x="782" y="43"/>
                  <a:pt x="781" y="41"/>
                </a:cubicBezTo>
                <a:cubicBezTo>
                  <a:pt x="780" y="38"/>
                  <a:pt x="779" y="36"/>
                  <a:pt x="776" y="35"/>
                </a:cubicBezTo>
                <a:cubicBezTo>
                  <a:pt x="774" y="34"/>
                  <a:pt x="772" y="33"/>
                  <a:pt x="769" y="33"/>
                </a:cubicBezTo>
                <a:cubicBezTo>
                  <a:pt x="764" y="33"/>
                  <a:pt x="760" y="35"/>
                  <a:pt x="756" y="38"/>
                </a:cubicBezTo>
                <a:cubicBezTo>
                  <a:pt x="753" y="41"/>
                  <a:pt x="751" y="46"/>
                  <a:pt x="751" y="55"/>
                </a:cubicBezTo>
                <a:cubicBezTo>
                  <a:pt x="751" y="91"/>
                  <a:pt x="751" y="91"/>
                  <a:pt x="751" y="91"/>
                </a:cubicBezTo>
                <a:cubicBezTo>
                  <a:pt x="740" y="91"/>
                  <a:pt x="740" y="91"/>
                  <a:pt x="740" y="91"/>
                </a:cubicBezTo>
                <a:close/>
                <a:moveTo>
                  <a:pt x="907" y="0"/>
                </a:moveTo>
                <a:cubicBezTo>
                  <a:pt x="919" y="0"/>
                  <a:pt x="919" y="0"/>
                  <a:pt x="919" y="0"/>
                </a:cubicBezTo>
                <a:cubicBezTo>
                  <a:pt x="919" y="52"/>
                  <a:pt x="919" y="52"/>
                  <a:pt x="919" y="52"/>
                </a:cubicBezTo>
                <a:cubicBezTo>
                  <a:pt x="919" y="62"/>
                  <a:pt x="918" y="69"/>
                  <a:pt x="916" y="74"/>
                </a:cubicBezTo>
                <a:cubicBezTo>
                  <a:pt x="914" y="80"/>
                  <a:pt x="910" y="84"/>
                  <a:pt x="905" y="87"/>
                </a:cubicBezTo>
                <a:cubicBezTo>
                  <a:pt x="899" y="91"/>
                  <a:pt x="892" y="92"/>
                  <a:pt x="884" y="92"/>
                </a:cubicBezTo>
                <a:cubicBezTo>
                  <a:pt x="875" y="92"/>
                  <a:pt x="868" y="91"/>
                  <a:pt x="863" y="88"/>
                </a:cubicBezTo>
                <a:cubicBezTo>
                  <a:pt x="857" y="85"/>
                  <a:pt x="853" y="81"/>
                  <a:pt x="851" y="75"/>
                </a:cubicBezTo>
                <a:cubicBezTo>
                  <a:pt x="849" y="70"/>
                  <a:pt x="848" y="62"/>
                  <a:pt x="848" y="52"/>
                </a:cubicBezTo>
                <a:cubicBezTo>
                  <a:pt x="848" y="0"/>
                  <a:pt x="848" y="0"/>
                  <a:pt x="848" y="0"/>
                </a:cubicBezTo>
                <a:cubicBezTo>
                  <a:pt x="860" y="0"/>
                  <a:pt x="860" y="0"/>
                  <a:pt x="860" y="0"/>
                </a:cubicBezTo>
                <a:cubicBezTo>
                  <a:pt x="860" y="52"/>
                  <a:pt x="860" y="52"/>
                  <a:pt x="860" y="52"/>
                </a:cubicBezTo>
                <a:cubicBezTo>
                  <a:pt x="860" y="60"/>
                  <a:pt x="860" y="66"/>
                  <a:pt x="862" y="70"/>
                </a:cubicBezTo>
                <a:cubicBezTo>
                  <a:pt x="863" y="74"/>
                  <a:pt x="866" y="76"/>
                  <a:pt x="869" y="78"/>
                </a:cubicBezTo>
                <a:cubicBezTo>
                  <a:pt x="873" y="81"/>
                  <a:pt x="877" y="82"/>
                  <a:pt x="883" y="82"/>
                </a:cubicBezTo>
                <a:cubicBezTo>
                  <a:pt x="891" y="82"/>
                  <a:pt x="898" y="80"/>
                  <a:pt x="901" y="75"/>
                </a:cubicBezTo>
                <a:cubicBezTo>
                  <a:pt x="905" y="71"/>
                  <a:pt x="907" y="64"/>
                  <a:pt x="907" y="52"/>
                </a:cubicBezTo>
                <a:cubicBezTo>
                  <a:pt x="907" y="0"/>
                  <a:pt x="907" y="0"/>
                  <a:pt x="907" y="0"/>
                </a:cubicBezTo>
                <a:close/>
                <a:moveTo>
                  <a:pt x="945" y="91"/>
                </a:moveTo>
                <a:cubicBezTo>
                  <a:pt x="945" y="25"/>
                  <a:pt x="945" y="25"/>
                  <a:pt x="945" y="25"/>
                </a:cubicBezTo>
                <a:cubicBezTo>
                  <a:pt x="955" y="25"/>
                  <a:pt x="955" y="25"/>
                  <a:pt x="955" y="25"/>
                </a:cubicBezTo>
                <a:cubicBezTo>
                  <a:pt x="955" y="34"/>
                  <a:pt x="955" y="34"/>
                  <a:pt x="955" y="34"/>
                </a:cubicBezTo>
                <a:cubicBezTo>
                  <a:pt x="960" y="27"/>
                  <a:pt x="967" y="23"/>
                  <a:pt x="976" y="23"/>
                </a:cubicBezTo>
                <a:cubicBezTo>
                  <a:pt x="980" y="23"/>
                  <a:pt x="983" y="24"/>
                  <a:pt x="987" y="26"/>
                </a:cubicBezTo>
                <a:cubicBezTo>
                  <a:pt x="990" y="27"/>
                  <a:pt x="993" y="29"/>
                  <a:pt x="994" y="31"/>
                </a:cubicBezTo>
                <a:cubicBezTo>
                  <a:pt x="996" y="33"/>
                  <a:pt x="997" y="36"/>
                  <a:pt x="998" y="39"/>
                </a:cubicBezTo>
                <a:cubicBezTo>
                  <a:pt x="998" y="42"/>
                  <a:pt x="998" y="45"/>
                  <a:pt x="998" y="50"/>
                </a:cubicBezTo>
                <a:cubicBezTo>
                  <a:pt x="998" y="91"/>
                  <a:pt x="998" y="91"/>
                  <a:pt x="998" y="91"/>
                </a:cubicBezTo>
                <a:cubicBezTo>
                  <a:pt x="987" y="91"/>
                  <a:pt x="987" y="91"/>
                  <a:pt x="987" y="91"/>
                </a:cubicBezTo>
                <a:cubicBezTo>
                  <a:pt x="987" y="51"/>
                  <a:pt x="987" y="51"/>
                  <a:pt x="987" y="51"/>
                </a:cubicBezTo>
                <a:cubicBezTo>
                  <a:pt x="987" y="46"/>
                  <a:pt x="987" y="43"/>
                  <a:pt x="986" y="41"/>
                </a:cubicBezTo>
                <a:cubicBezTo>
                  <a:pt x="985" y="38"/>
                  <a:pt x="983" y="36"/>
                  <a:pt x="981" y="35"/>
                </a:cubicBezTo>
                <a:cubicBezTo>
                  <a:pt x="979" y="34"/>
                  <a:pt x="976" y="33"/>
                  <a:pt x="973" y="33"/>
                </a:cubicBezTo>
                <a:cubicBezTo>
                  <a:pt x="969" y="33"/>
                  <a:pt x="965" y="35"/>
                  <a:pt x="961" y="38"/>
                </a:cubicBezTo>
                <a:cubicBezTo>
                  <a:pt x="958" y="41"/>
                  <a:pt x="956" y="46"/>
                  <a:pt x="956" y="55"/>
                </a:cubicBezTo>
                <a:cubicBezTo>
                  <a:pt x="956" y="91"/>
                  <a:pt x="956" y="91"/>
                  <a:pt x="956" y="91"/>
                </a:cubicBezTo>
                <a:cubicBezTo>
                  <a:pt x="945" y="91"/>
                  <a:pt x="945" y="91"/>
                  <a:pt x="945" y="91"/>
                </a:cubicBezTo>
                <a:close/>
                <a:moveTo>
                  <a:pt x="1023" y="13"/>
                </a:moveTo>
                <a:cubicBezTo>
                  <a:pt x="1023" y="0"/>
                  <a:pt x="1023" y="0"/>
                  <a:pt x="1023" y="0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34" y="13"/>
                  <a:pt x="1034" y="13"/>
                  <a:pt x="1034" y="13"/>
                </a:cubicBezTo>
                <a:cubicBezTo>
                  <a:pt x="1023" y="13"/>
                  <a:pt x="1023" y="13"/>
                  <a:pt x="1023" y="13"/>
                </a:cubicBezTo>
                <a:close/>
                <a:moveTo>
                  <a:pt x="1023" y="91"/>
                </a:moveTo>
                <a:cubicBezTo>
                  <a:pt x="1023" y="25"/>
                  <a:pt x="1023" y="25"/>
                  <a:pt x="1023" y="25"/>
                </a:cubicBezTo>
                <a:cubicBezTo>
                  <a:pt x="1034" y="25"/>
                  <a:pt x="1034" y="25"/>
                  <a:pt x="1034" y="25"/>
                </a:cubicBezTo>
                <a:cubicBezTo>
                  <a:pt x="1034" y="91"/>
                  <a:pt x="1034" y="91"/>
                  <a:pt x="1034" y="91"/>
                </a:cubicBezTo>
                <a:cubicBezTo>
                  <a:pt x="1023" y="91"/>
                  <a:pt x="1023" y="91"/>
                  <a:pt x="1023" y="91"/>
                </a:cubicBezTo>
                <a:close/>
                <a:moveTo>
                  <a:pt x="1076" y="91"/>
                </a:moveTo>
                <a:cubicBezTo>
                  <a:pt x="1051" y="25"/>
                  <a:pt x="1051" y="25"/>
                  <a:pt x="1051" y="25"/>
                </a:cubicBezTo>
                <a:cubicBezTo>
                  <a:pt x="1063" y="25"/>
                  <a:pt x="1063" y="25"/>
                  <a:pt x="1063" y="25"/>
                </a:cubicBezTo>
                <a:cubicBezTo>
                  <a:pt x="1077" y="64"/>
                  <a:pt x="1077" y="64"/>
                  <a:pt x="1077" y="64"/>
                </a:cubicBezTo>
                <a:cubicBezTo>
                  <a:pt x="1079" y="69"/>
                  <a:pt x="1080" y="73"/>
                  <a:pt x="1081" y="78"/>
                </a:cubicBezTo>
                <a:cubicBezTo>
                  <a:pt x="1082" y="74"/>
                  <a:pt x="1084" y="70"/>
                  <a:pt x="1085" y="65"/>
                </a:cubicBezTo>
                <a:cubicBezTo>
                  <a:pt x="1100" y="25"/>
                  <a:pt x="1100" y="25"/>
                  <a:pt x="1100" y="25"/>
                </a:cubicBezTo>
                <a:cubicBezTo>
                  <a:pt x="1112" y="25"/>
                  <a:pt x="1112" y="25"/>
                  <a:pt x="1112" y="25"/>
                </a:cubicBezTo>
                <a:cubicBezTo>
                  <a:pt x="1087" y="91"/>
                  <a:pt x="1087" y="91"/>
                  <a:pt x="1087" y="91"/>
                </a:cubicBezTo>
                <a:cubicBezTo>
                  <a:pt x="1076" y="91"/>
                  <a:pt x="1076" y="91"/>
                  <a:pt x="1076" y="91"/>
                </a:cubicBezTo>
                <a:close/>
                <a:moveTo>
                  <a:pt x="1174" y="70"/>
                </a:moveTo>
                <a:cubicBezTo>
                  <a:pt x="1185" y="71"/>
                  <a:pt x="1185" y="71"/>
                  <a:pt x="1185" y="71"/>
                </a:cubicBezTo>
                <a:cubicBezTo>
                  <a:pt x="1183" y="78"/>
                  <a:pt x="1180" y="83"/>
                  <a:pt x="1175" y="87"/>
                </a:cubicBezTo>
                <a:cubicBezTo>
                  <a:pt x="1170" y="90"/>
                  <a:pt x="1164" y="92"/>
                  <a:pt x="1156" y="92"/>
                </a:cubicBezTo>
                <a:cubicBezTo>
                  <a:pt x="1146" y="92"/>
                  <a:pt x="1139" y="89"/>
                  <a:pt x="1133" y="83"/>
                </a:cubicBezTo>
                <a:cubicBezTo>
                  <a:pt x="1128" y="77"/>
                  <a:pt x="1125" y="69"/>
                  <a:pt x="1125" y="58"/>
                </a:cubicBezTo>
                <a:cubicBezTo>
                  <a:pt x="1125" y="47"/>
                  <a:pt x="1128" y="39"/>
                  <a:pt x="1133" y="33"/>
                </a:cubicBezTo>
                <a:cubicBezTo>
                  <a:pt x="1139" y="26"/>
                  <a:pt x="1146" y="23"/>
                  <a:pt x="1156" y="23"/>
                </a:cubicBezTo>
                <a:cubicBezTo>
                  <a:pt x="1164" y="23"/>
                  <a:pt x="1172" y="26"/>
                  <a:pt x="1177" y="32"/>
                </a:cubicBezTo>
                <a:cubicBezTo>
                  <a:pt x="1183" y="38"/>
                  <a:pt x="1185" y="47"/>
                  <a:pt x="1185" y="58"/>
                </a:cubicBezTo>
                <a:cubicBezTo>
                  <a:pt x="1185" y="58"/>
                  <a:pt x="1185" y="59"/>
                  <a:pt x="1185" y="61"/>
                </a:cubicBezTo>
                <a:cubicBezTo>
                  <a:pt x="1136" y="61"/>
                  <a:pt x="1136" y="61"/>
                  <a:pt x="1136" y="61"/>
                </a:cubicBezTo>
                <a:cubicBezTo>
                  <a:pt x="1137" y="68"/>
                  <a:pt x="1139" y="74"/>
                  <a:pt x="1142" y="77"/>
                </a:cubicBezTo>
                <a:cubicBezTo>
                  <a:pt x="1146" y="81"/>
                  <a:pt x="1151" y="83"/>
                  <a:pt x="1156" y="83"/>
                </a:cubicBezTo>
                <a:cubicBezTo>
                  <a:pt x="1160" y="83"/>
                  <a:pt x="1164" y="82"/>
                  <a:pt x="1167" y="80"/>
                </a:cubicBezTo>
                <a:cubicBezTo>
                  <a:pt x="1170" y="78"/>
                  <a:pt x="1172" y="74"/>
                  <a:pt x="1174" y="70"/>
                </a:cubicBezTo>
                <a:close/>
                <a:moveTo>
                  <a:pt x="1137" y="52"/>
                </a:moveTo>
                <a:cubicBezTo>
                  <a:pt x="1174" y="52"/>
                  <a:pt x="1174" y="52"/>
                  <a:pt x="1174" y="52"/>
                </a:cubicBezTo>
                <a:cubicBezTo>
                  <a:pt x="1173" y="46"/>
                  <a:pt x="1172" y="42"/>
                  <a:pt x="1169" y="39"/>
                </a:cubicBezTo>
                <a:cubicBezTo>
                  <a:pt x="1166" y="35"/>
                  <a:pt x="1161" y="33"/>
                  <a:pt x="1156" y="33"/>
                </a:cubicBezTo>
                <a:cubicBezTo>
                  <a:pt x="1151" y="33"/>
                  <a:pt x="1146" y="34"/>
                  <a:pt x="1143" y="38"/>
                </a:cubicBezTo>
                <a:cubicBezTo>
                  <a:pt x="1139" y="41"/>
                  <a:pt x="1137" y="46"/>
                  <a:pt x="1137" y="52"/>
                </a:cubicBezTo>
                <a:close/>
                <a:moveTo>
                  <a:pt x="1206" y="91"/>
                </a:moveTo>
                <a:cubicBezTo>
                  <a:pt x="1206" y="25"/>
                  <a:pt x="1206" y="25"/>
                  <a:pt x="1206" y="25"/>
                </a:cubicBezTo>
                <a:cubicBezTo>
                  <a:pt x="1216" y="25"/>
                  <a:pt x="1216" y="25"/>
                  <a:pt x="1216" y="25"/>
                </a:cubicBezTo>
                <a:cubicBezTo>
                  <a:pt x="1216" y="35"/>
                  <a:pt x="1216" y="35"/>
                  <a:pt x="1216" y="35"/>
                </a:cubicBezTo>
                <a:cubicBezTo>
                  <a:pt x="1219" y="30"/>
                  <a:pt x="1221" y="27"/>
                  <a:pt x="1223" y="26"/>
                </a:cubicBezTo>
                <a:cubicBezTo>
                  <a:pt x="1225" y="24"/>
                  <a:pt x="1228" y="23"/>
                  <a:pt x="1230" y="23"/>
                </a:cubicBezTo>
                <a:cubicBezTo>
                  <a:pt x="1234" y="23"/>
                  <a:pt x="1238" y="25"/>
                  <a:pt x="1242" y="27"/>
                </a:cubicBezTo>
                <a:cubicBezTo>
                  <a:pt x="1238" y="37"/>
                  <a:pt x="1238" y="37"/>
                  <a:pt x="1238" y="37"/>
                </a:cubicBezTo>
                <a:cubicBezTo>
                  <a:pt x="1235" y="36"/>
                  <a:pt x="1233" y="35"/>
                  <a:pt x="1230" y="35"/>
                </a:cubicBezTo>
                <a:cubicBezTo>
                  <a:pt x="1227" y="35"/>
                  <a:pt x="1225" y="36"/>
                  <a:pt x="1223" y="37"/>
                </a:cubicBezTo>
                <a:cubicBezTo>
                  <a:pt x="1221" y="39"/>
                  <a:pt x="1220" y="41"/>
                  <a:pt x="1219" y="43"/>
                </a:cubicBezTo>
                <a:cubicBezTo>
                  <a:pt x="1218" y="47"/>
                  <a:pt x="1217" y="52"/>
                  <a:pt x="1217" y="56"/>
                </a:cubicBezTo>
                <a:cubicBezTo>
                  <a:pt x="1217" y="91"/>
                  <a:pt x="1217" y="91"/>
                  <a:pt x="1217" y="91"/>
                </a:cubicBezTo>
                <a:cubicBezTo>
                  <a:pt x="1206" y="91"/>
                  <a:pt x="1206" y="91"/>
                  <a:pt x="1206" y="91"/>
                </a:cubicBezTo>
                <a:close/>
                <a:moveTo>
                  <a:pt x="1251" y="71"/>
                </a:moveTo>
                <a:cubicBezTo>
                  <a:pt x="1262" y="69"/>
                  <a:pt x="1262" y="69"/>
                  <a:pt x="1262" y="69"/>
                </a:cubicBezTo>
                <a:cubicBezTo>
                  <a:pt x="1263" y="74"/>
                  <a:pt x="1265" y="77"/>
                  <a:pt x="1267" y="80"/>
                </a:cubicBezTo>
                <a:cubicBezTo>
                  <a:pt x="1270" y="82"/>
                  <a:pt x="1274" y="83"/>
                  <a:pt x="1279" y="83"/>
                </a:cubicBezTo>
                <a:cubicBezTo>
                  <a:pt x="1284" y="83"/>
                  <a:pt x="1288" y="82"/>
                  <a:pt x="1291" y="80"/>
                </a:cubicBezTo>
                <a:cubicBezTo>
                  <a:pt x="1293" y="78"/>
                  <a:pt x="1294" y="75"/>
                  <a:pt x="1294" y="73"/>
                </a:cubicBezTo>
                <a:cubicBezTo>
                  <a:pt x="1294" y="70"/>
                  <a:pt x="1293" y="68"/>
                  <a:pt x="1291" y="67"/>
                </a:cubicBezTo>
                <a:cubicBezTo>
                  <a:pt x="1290" y="66"/>
                  <a:pt x="1286" y="64"/>
                  <a:pt x="1280" y="63"/>
                </a:cubicBezTo>
                <a:cubicBezTo>
                  <a:pt x="1271" y="61"/>
                  <a:pt x="1266" y="59"/>
                  <a:pt x="1263" y="58"/>
                </a:cubicBezTo>
                <a:cubicBezTo>
                  <a:pt x="1259" y="56"/>
                  <a:pt x="1257" y="54"/>
                  <a:pt x="1255" y="51"/>
                </a:cubicBezTo>
                <a:cubicBezTo>
                  <a:pt x="1254" y="49"/>
                  <a:pt x="1253" y="46"/>
                  <a:pt x="1253" y="42"/>
                </a:cubicBezTo>
                <a:cubicBezTo>
                  <a:pt x="1253" y="39"/>
                  <a:pt x="1254" y="37"/>
                  <a:pt x="1255" y="34"/>
                </a:cubicBezTo>
                <a:cubicBezTo>
                  <a:pt x="1256" y="32"/>
                  <a:pt x="1258" y="30"/>
                  <a:pt x="1260" y="28"/>
                </a:cubicBezTo>
                <a:cubicBezTo>
                  <a:pt x="1262" y="27"/>
                  <a:pt x="1265" y="26"/>
                  <a:pt x="1268" y="25"/>
                </a:cubicBezTo>
                <a:cubicBezTo>
                  <a:pt x="1271" y="24"/>
                  <a:pt x="1274" y="23"/>
                  <a:pt x="1277" y="23"/>
                </a:cubicBezTo>
                <a:cubicBezTo>
                  <a:pt x="1282" y="23"/>
                  <a:pt x="1287" y="24"/>
                  <a:pt x="1291" y="26"/>
                </a:cubicBezTo>
                <a:cubicBezTo>
                  <a:pt x="1295" y="27"/>
                  <a:pt x="1298" y="29"/>
                  <a:pt x="1300" y="32"/>
                </a:cubicBezTo>
                <a:cubicBezTo>
                  <a:pt x="1301" y="34"/>
                  <a:pt x="1303" y="38"/>
                  <a:pt x="1303" y="42"/>
                </a:cubicBezTo>
                <a:cubicBezTo>
                  <a:pt x="1292" y="43"/>
                  <a:pt x="1292" y="43"/>
                  <a:pt x="1292" y="43"/>
                </a:cubicBezTo>
                <a:cubicBezTo>
                  <a:pt x="1292" y="40"/>
                  <a:pt x="1291" y="37"/>
                  <a:pt x="1288" y="35"/>
                </a:cubicBezTo>
                <a:cubicBezTo>
                  <a:pt x="1286" y="34"/>
                  <a:pt x="1282" y="33"/>
                  <a:pt x="1278" y="33"/>
                </a:cubicBezTo>
                <a:cubicBezTo>
                  <a:pt x="1273" y="33"/>
                  <a:pt x="1269" y="33"/>
                  <a:pt x="1267" y="35"/>
                </a:cubicBezTo>
                <a:cubicBezTo>
                  <a:pt x="1265" y="37"/>
                  <a:pt x="1264" y="39"/>
                  <a:pt x="1264" y="41"/>
                </a:cubicBezTo>
                <a:cubicBezTo>
                  <a:pt x="1264" y="43"/>
                  <a:pt x="1264" y="44"/>
                  <a:pt x="1265" y="45"/>
                </a:cubicBezTo>
                <a:cubicBezTo>
                  <a:pt x="1266" y="46"/>
                  <a:pt x="1267" y="47"/>
                  <a:pt x="1269" y="48"/>
                </a:cubicBezTo>
                <a:cubicBezTo>
                  <a:pt x="1271" y="48"/>
                  <a:pt x="1274" y="49"/>
                  <a:pt x="1279" y="51"/>
                </a:cubicBezTo>
                <a:cubicBezTo>
                  <a:pt x="1287" y="53"/>
                  <a:pt x="1293" y="55"/>
                  <a:pt x="1296" y="56"/>
                </a:cubicBezTo>
                <a:cubicBezTo>
                  <a:pt x="1299" y="57"/>
                  <a:pt x="1301" y="59"/>
                  <a:pt x="1303" y="62"/>
                </a:cubicBezTo>
                <a:cubicBezTo>
                  <a:pt x="1305" y="64"/>
                  <a:pt x="1306" y="68"/>
                  <a:pt x="1306" y="71"/>
                </a:cubicBezTo>
                <a:cubicBezTo>
                  <a:pt x="1306" y="75"/>
                  <a:pt x="1305" y="79"/>
                  <a:pt x="1303" y="82"/>
                </a:cubicBezTo>
                <a:cubicBezTo>
                  <a:pt x="1300" y="85"/>
                  <a:pt x="1297" y="88"/>
                  <a:pt x="1293" y="90"/>
                </a:cubicBezTo>
                <a:cubicBezTo>
                  <a:pt x="1289" y="91"/>
                  <a:pt x="1284" y="92"/>
                  <a:pt x="1279" y="92"/>
                </a:cubicBezTo>
                <a:cubicBezTo>
                  <a:pt x="1271" y="92"/>
                  <a:pt x="1264" y="91"/>
                  <a:pt x="1260" y="87"/>
                </a:cubicBezTo>
                <a:cubicBezTo>
                  <a:pt x="1255" y="83"/>
                  <a:pt x="1252" y="78"/>
                  <a:pt x="1251" y="71"/>
                </a:cubicBezTo>
                <a:close/>
                <a:moveTo>
                  <a:pt x="1326" y="13"/>
                </a:moveTo>
                <a:cubicBezTo>
                  <a:pt x="1326" y="0"/>
                  <a:pt x="1326" y="0"/>
                  <a:pt x="1326" y="0"/>
                </a:cubicBezTo>
                <a:cubicBezTo>
                  <a:pt x="1337" y="0"/>
                  <a:pt x="1337" y="0"/>
                  <a:pt x="1337" y="0"/>
                </a:cubicBezTo>
                <a:cubicBezTo>
                  <a:pt x="1337" y="13"/>
                  <a:pt x="1337" y="13"/>
                  <a:pt x="1337" y="13"/>
                </a:cubicBezTo>
                <a:cubicBezTo>
                  <a:pt x="1326" y="13"/>
                  <a:pt x="1326" y="13"/>
                  <a:pt x="1326" y="13"/>
                </a:cubicBezTo>
                <a:close/>
                <a:moveTo>
                  <a:pt x="1326" y="91"/>
                </a:moveTo>
                <a:cubicBezTo>
                  <a:pt x="1326" y="25"/>
                  <a:pt x="1326" y="25"/>
                  <a:pt x="1326" y="25"/>
                </a:cubicBezTo>
                <a:cubicBezTo>
                  <a:pt x="1337" y="25"/>
                  <a:pt x="1337" y="25"/>
                  <a:pt x="1337" y="25"/>
                </a:cubicBezTo>
                <a:cubicBezTo>
                  <a:pt x="1337" y="91"/>
                  <a:pt x="1337" y="91"/>
                  <a:pt x="1337" y="91"/>
                </a:cubicBezTo>
                <a:cubicBezTo>
                  <a:pt x="1326" y="91"/>
                  <a:pt x="1326" y="91"/>
                  <a:pt x="1326" y="91"/>
                </a:cubicBezTo>
                <a:close/>
                <a:moveTo>
                  <a:pt x="1386" y="81"/>
                </a:moveTo>
                <a:cubicBezTo>
                  <a:pt x="1387" y="91"/>
                  <a:pt x="1387" y="91"/>
                  <a:pt x="1387" y="91"/>
                </a:cubicBezTo>
                <a:cubicBezTo>
                  <a:pt x="1384" y="91"/>
                  <a:pt x="1382" y="92"/>
                  <a:pt x="1379" y="92"/>
                </a:cubicBezTo>
                <a:cubicBezTo>
                  <a:pt x="1375" y="92"/>
                  <a:pt x="1372" y="91"/>
                  <a:pt x="1370" y="90"/>
                </a:cubicBezTo>
                <a:cubicBezTo>
                  <a:pt x="1367" y="88"/>
                  <a:pt x="1366" y="87"/>
                  <a:pt x="1365" y="85"/>
                </a:cubicBezTo>
                <a:cubicBezTo>
                  <a:pt x="1364" y="83"/>
                  <a:pt x="1364" y="78"/>
                  <a:pt x="1364" y="72"/>
                </a:cubicBezTo>
                <a:cubicBezTo>
                  <a:pt x="1364" y="34"/>
                  <a:pt x="1364" y="34"/>
                  <a:pt x="1364" y="34"/>
                </a:cubicBezTo>
                <a:cubicBezTo>
                  <a:pt x="1355" y="34"/>
                  <a:pt x="1355" y="34"/>
                  <a:pt x="1355" y="34"/>
                </a:cubicBezTo>
                <a:cubicBezTo>
                  <a:pt x="1355" y="25"/>
                  <a:pt x="1355" y="25"/>
                  <a:pt x="1355" y="25"/>
                </a:cubicBezTo>
                <a:cubicBezTo>
                  <a:pt x="1364" y="25"/>
                  <a:pt x="1364" y="25"/>
                  <a:pt x="1364" y="25"/>
                </a:cubicBezTo>
                <a:cubicBezTo>
                  <a:pt x="1364" y="9"/>
                  <a:pt x="1364" y="9"/>
                  <a:pt x="1364" y="9"/>
                </a:cubicBezTo>
                <a:cubicBezTo>
                  <a:pt x="1375" y="2"/>
                  <a:pt x="1375" y="2"/>
                  <a:pt x="1375" y="2"/>
                </a:cubicBezTo>
                <a:cubicBezTo>
                  <a:pt x="1375" y="25"/>
                  <a:pt x="1375" y="25"/>
                  <a:pt x="1375" y="25"/>
                </a:cubicBezTo>
                <a:cubicBezTo>
                  <a:pt x="1386" y="25"/>
                  <a:pt x="1386" y="25"/>
                  <a:pt x="1386" y="25"/>
                </a:cubicBezTo>
                <a:cubicBezTo>
                  <a:pt x="1386" y="34"/>
                  <a:pt x="1386" y="34"/>
                  <a:pt x="1386" y="34"/>
                </a:cubicBezTo>
                <a:cubicBezTo>
                  <a:pt x="1375" y="34"/>
                  <a:pt x="1375" y="34"/>
                  <a:pt x="1375" y="34"/>
                </a:cubicBezTo>
                <a:cubicBezTo>
                  <a:pt x="1375" y="72"/>
                  <a:pt x="1375" y="72"/>
                  <a:pt x="1375" y="72"/>
                </a:cubicBezTo>
                <a:cubicBezTo>
                  <a:pt x="1375" y="75"/>
                  <a:pt x="1375" y="77"/>
                  <a:pt x="1375" y="78"/>
                </a:cubicBezTo>
                <a:cubicBezTo>
                  <a:pt x="1376" y="79"/>
                  <a:pt x="1376" y="80"/>
                  <a:pt x="1377" y="80"/>
                </a:cubicBezTo>
                <a:cubicBezTo>
                  <a:pt x="1378" y="81"/>
                  <a:pt x="1379" y="81"/>
                  <a:pt x="1381" y="81"/>
                </a:cubicBezTo>
                <a:cubicBezTo>
                  <a:pt x="1382" y="81"/>
                  <a:pt x="1384" y="81"/>
                  <a:pt x="1386" y="81"/>
                </a:cubicBezTo>
                <a:close/>
                <a:moveTo>
                  <a:pt x="1403" y="116"/>
                </a:moveTo>
                <a:cubicBezTo>
                  <a:pt x="1402" y="106"/>
                  <a:pt x="1402" y="106"/>
                  <a:pt x="1402" y="106"/>
                </a:cubicBezTo>
                <a:cubicBezTo>
                  <a:pt x="1405" y="106"/>
                  <a:pt x="1407" y="107"/>
                  <a:pt x="1409" y="107"/>
                </a:cubicBezTo>
                <a:cubicBezTo>
                  <a:pt x="1411" y="107"/>
                  <a:pt x="1413" y="106"/>
                  <a:pt x="1414" y="105"/>
                </a:cubicBezTo>
                <a:cubicBezTo>
                  <a:pt x="1416" y="105"/>
                  <a:pt x="1417" y="103"/>
                  <a:pt x="1418" y="102"/>
                </a:cubicBezTo>
                <a:cubicBezTo>
                  <a:pt x="1419" y="101"/>
                  <a:pt x="1420" y="98"/>
                  <a:pt x="1422" y="94"/>
                </a:cubicBezTo>
                <a:cubicBezTo>
                  <a:pt x="1422" y="93"/>
                  <a:pt x="1422" y="92"/>
                  <a:pt x="1423" y="91"/>
                </a:cubicBezTo>
                <a:cubicBezTo>
                  <a:pt x="1398" y="25"/>
                  <a:pt x="1398" y="25"/>
                  <a:pt x="1398" y="25"/>
                </a:cubicBezTo>
                <a:cubicBezTo>
                  <a:pt x="1410" y="25"/>
                  <a:pt x="1410" y="25"/>
                  <a:pt x="1410" y="25"/>
                </a:cubicBezTo>
                <a:cubicBezTo>
                  <a:pt x="1423" y="63"/>
                  <a:pt x="1423" y="63"/>
                  <a:pt x="1423" y="63"/>
                </a:cubicBezTo>
                <a:cubicBezTo>
                  <a:pt x="1425" y="68"/>
                  <a:pt x="1427" y="73"/>
                  <a:pt x="1428" y="78"/>
                </a:cubicBezTo>
                <a:cubicBezTo>
                  <a:pt x="1429" y="73"/>
                  <a:pt x="1431" y="68"/>
                  <a:pt x="1433" y="63"/>
                </a:cubicBezTo>
                <a:cubicBezTo>
                  <a:pt x="1447" y="25"/>
                  <a:pt x="1447" y="25"/>
                  <a:pt x="1447" y="25"/>
                </a:cubicBezTo>
                <a:cubicBezTo>
                  <a:pt x="1458" y="25"/>
                  <a:pt x="1458" y="25"/>
                  <a:pt x="1458" y="25"/>
                </a:cubicBezTo>
                <a:cubicBezTo>
                  <a:pt x="1433" y="92"/>
                  <a:pt x="1433" y="92"/>
                  <a:pt x="1433" y="92"/>
                </a:cubicBezTo>
                <a:cubicBezTo>
                  <a:pt x="1430" y="99"/>
                  <a:pt x="1428" y="104"/>
                  <a:pt x="1427" y="107"/>
                </a:cubicBezTo>
                <a:cubicBezTo>
                  <a:pt x="1425" y="111"/>
                  <a:pt x="1422" y="113"/>
                  <a:pt x="1420" y="115"/>
                </a:cubicBezTo>
                <a:cubicBezTo>
                  <a:pt x="1417" y="117"/>
                  <a:pt x="1414" y="118"/>
                  <a:pt x="1411" y="118"/>
                </a:cubicBezTo>
                <a:cubicBezTo>
                  <a:pt x="1408" y="118"/>
                  <a:pt x="1406" y="117"/>
                  <a:pt x="1403" y="116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E9A68AF8-C8FF-4000-8FF6-0A56D325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529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89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14d98b98d1a409b"/>
              </a:rPr>
              <a:t>github.com/djayp03-hub/short-video-script-agent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C4075AA1-877B-47EB-97E5-3F82003B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531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交互功能更新版 · 2026.10.30 · 提交 SHA 见 GitHub</a:t>
            </a:r>
          </a:p>
        </p:txBody>
      </p:sp>
    </p:spTree>
    <p:extLst>
      <p:ext uri="{BB962C8B-B14F-4D97-AF65-F5344CB8AC3E}">
        <p14:creationId xmlns:p14="http://schemas.microsoft.com/office/powerpoint/2010/main" val="3276801082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自定义 514">
      <a:dk1>
        <a:srgbClr val="000000"/>
      </a:dk1>
      <a:lt1>
        <a:srgbClr val="FFFFFF"/>
      </a:lt1>
      <a:dk2>
        <a:srgbClr val="0079C3"/>
      </a:dk2>
      <a:lt2>
        <a:srgbClr val="E7E6E6"/>
      </a:lt2>
      <a:accent1>
        <a:srgbClr val="203898"/>
      </a:accent1>
      <a:accent2>
        <a:srgbClr val="92D050"/>
      </a:accent2>
      <a:accent3>
        <a:srgbClr val="7030A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自定义 51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2026-10-30T08:04:03.7310000Z</dcterms:created>
  <dcterms:modified xsi:type="dcterms:W3CDTF">2026-10-30T08:04:03.7310000Z</dcterms:modified>
</coreProperties>
</file>